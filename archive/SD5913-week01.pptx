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4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5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6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7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1" r:id="rId14"/>
    <p:sldId id="269" r:id="rId15"/>
    <p:sldId id="270" r:id="rId16"/>
    <p:sldId id="271" r:id="rId17"/>
    <p:sldId id="272" r:id="rId18"/>
    <p:sldId id="273" r:id="rId19"/>
    <p:sldId id="274" r:id="rId20"/>
    <p:sldId id="318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90" r:id="rId36"/>
    <p:sldId id="291" r:id="rId37"/>
    <p:sldId id="292" r:id="rId38"/>
    <p:sldId id="288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9" r:id="rId6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21F532-28B0-4215-855A-48B7D8DE1C96}" v="300" dt="2026-09-03T03:24:56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182" autoAdjust="0"/>
  </p:normalViewPr>
  <p:slideViewPr>
    <p:cSldViewPr snapToGrid="0" snapToObjects="1">
      <p:cViewPr varScale="1">
        <p:scale>
          <a:sx n="45" d="100"/>
          <a:sy n="45" d="100"/>
        </p:scale>
        <p:origin x="12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ni Lion" userId="183babd82b1ba774" providerId="LiveId" clId="{1413FCA3-C609-4375-9B09-27A06CCA11E5}"/>
    <pc:docChg chg="undo custSel addSld delSld modSld sldOrd">
      <pc:chgData name="Giovanni Lion" userId="183babd82b1ba774" providerId="LiveId" clId="{1413FCA3-C609-4375-9B09-27A06CCA11E5}" dt="2026-09-03T03:24:56.407" v="582"/>
      <pc:docMkLst>
        <pc:docMk/>
      </pc:docMkLst>
      <pc:sldChg chg="modSp mod">
        <pc:chgData name="Giovanni Lion" userId="183babd82b1ba774" providerId="LiveId" clId="{1413FCA3-C609-4375-9B09-27A06CCA11E5}" dt="2026-09-02T19:01:33.810" v="190" actId="27636"/>
        <pc:sldMkLst>
          <pc:docMk/>
          <pc:sldMk cId="0" sldId="256"/>
        </pc:sldMkLst>
        <pc:spChg chg="mod">
          <ac:chgData name="Giovanni Lion" userId="183babd82b1ba774" providerId="LiveId" clId="{1413FCA3-C609-4375-9B09-27A06CCA11E5}" dt="2026-09-02T19:01:33.810" v="190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08" v="189" actId="2763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838" v="199" actId="27636"/>
        <pc:sldMkLst>
          <pc:docMk/>
          <pc:sldMk cId="0" sldId="257"/>
        </pc:sldMkLst>
        <pc:spChg chg="mod">
          <ac:chgData name="Giovanni Lion" userId="183babd82b1ba774" providerId="LiveId" clId="{1413FCA3-C609-4375-9B09-27A06CCA11E5}" dt="2026-09-02T19:01:33.826" v="194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30" v="196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33" v="197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21" v="192" actId="276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35" v="198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28" v="195" actId="276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19" v="191" actId="276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38" v="199" actId="276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825" v="193" actId="27636"/>
          <ac:spMkLst>
            <pc:docMk/>
            <pc:sldMk cId="0" sldId="257"/>
            <ac:spMk id="27" creationId="{00000000-0000-0000-0000-000000000000}"/>
          </ac:spMkLst>
        </pc:spChg>
      </pc:sldChg>
      <pc:sldChg chg="addSp delSp modSp mod">
        <pc:chgData name="Giovanni Lion" userId="183babd82b1ba774" providerId="LiveId" clId="{1413FCA3-C609-4375-9B09-27A06CCA11E5}" dt="2026-09-03T02:28:59.118" v="564"/>
        <pc:sldMkLst>
          <pc:docMk/>
          <pc:sldMk cId="0" sldId="258"/>
        </pc:sldMkLst>
        <pc:spChg chg="mod">
          <ac:chgData name="Giovanni Lion" userId="183babd82b1ba774" providerId="LiveId" clId="{1413FCA3-C609-4375-9B09-27A06CCA11E5}" dt="2026-09-02T19:01:33.849" v="200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7:44.995" v="260" actId="20577"/>
          <ac:spMkLst>
            <pc:docMk/>
            <pc:sldMk cId="0" sldId="258"/>
            <ac:spMk id="4" creationId="{00000000-0000-0000-0000-000000000000}"/>
          </ac:spMkLst>
        </pc:spChg>
        <pc:picChg chg="del">
          <ac:chgData name="Giovanni Lion" userId="183babd82b1ba774" providerId="LiveId" clId="{1413FCA3-C609-4375-9B09-27A06CCA11E5}" dt="2026-09-03T01:41:51.947" v="512" actId="478"/>
          <ac:picMkLst>
            <pc:docMk/>
            <pc:sldMk cId="0" sldId="258"/>
            <ac:picMk id="5" creationId="{00000000-0000-0000-0000-000000000000}"/>
          </ac:picMkLst>
        </pc:picChg>
        <pc:picChg chg="add del mod ord modVis">
          <ac:chgData name="Giovanni Lion" userId="183babd82b1ba774" providerId="LiveId" clId="{1413FCA3-C609-4375-9B09-27A06CCA11E5}" dt="2026-09-03T02:28:59.118" v="564"/>
          <ac:picMkLst>
            <pc:docMk/>
            <pc:sldMk cId="0" sldId="258"/>
            <ac:picMk id="6" creationId="{A557C9CC-AEDC-BD75-F23C-85D130482B58}"/>
          </ac:picMkLst>
        </pc:picChg>
        <pc:picChg chg="add mod ord">
          <ac:chgData name="Giovanni Lion" userId="183babd82b1ba774" providerId="LiveId" clId="{1413FCA3-C609-4375-9B09-27A06CCA11E5}" dt="2026-09-03T01:50:00.882" v="529"/>
          <ac:picMkLst>
            <pc:docMk/>
            <pc:sldMk cId="0" sldId="258"/>
            <ac:picMk id="8" creationId="{BBD8C7CA-001A-2951-6B19-FF3F6FC6DA05}"/>
          </ac:picMkLst>
        </pc:picChg>
      </pc:sldChg>
      <pc:sldChg chg="delSp modSp mod delAnim">
        <pc:chgData name="Giovanni Lion" userId="183babd82b1ba774" providerId="LiveId" clId="{1413FCA3-C609-4375-9B09-27A06CCA11E5}" dt="2026-09-02T19:49:30.984" v="499" actId="113"/>
        <pc:sldMkLst>
          <pc:docMk/>
          <pc:sldMk cId="0" sldId="259"/>
        </pc:sldMkLst>
        <pc:spChg chg="mod">
          <ac:chgData name="Giovanni Lion" userId="183babd82b1ba774" providerId="LiveId" clId="{1413FCA3-C609-4375-9B09-27A06CCA11E5}" dt="2026-09-02T19:49:30.984" v="499" actId="113"/>
          <ac:spMkLst>
            <pc:docMk/>
            <pc:sldMk cId="0" sldId="259"/>
            <ac:spMk id="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48:40.082" v="49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48:12.688" v="486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48:52.626" v="49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48:45.527" v="495" actId="1076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Giovanni Lion" userId="183babd82b1ba774" providerId="LiveId" clId="{1413FCA3-C609-4375-9B09-27A06CCA11E5}" dt="2026-09-02T19:48:07.660" v="485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48:49.375" v="496" actId="1076"/>
          <ac:spMkLst>
            <pc:docMk/>
            <pc:sldMk cId="0" sldId="259"/>
            <ac:spMk id="11" creationId="{00000000-0000-0000-0000-000000000000}"/>
          </ac:spMkLst>
        </pc:spChg>
      </pc:sldChg>
      <pc:sldChg chg="modSp mod ord">
        <pc:chgData name="Giovanni Lion" userId="183babd82b1ba774" providerId="LiveId" clId="{1413FCA3-C609-4375-9B09-27A06CCA11E5}" dt="2026-09-02T19:51:57.680" v="503"/>
        <pc:sldMkLst>
          <pc:docMk/>
          <pc:sldMk cId="0" sldId="260"/>
        </pc:sldMkLst>
        <pc:spChg chg="mod">
          <ac:chgData name="Giovanni Lion" userId="183babd82b1ba774" providerId="LiveId" clId="{1413FCA3-C609-4375-9B09-27A06CCA11E5}" dt="2026-09-02T19:01:32.740" v="25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744" v="26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 ord">
        <pc:chgData name="Giovanni Lion" userId="183babd82b1ba774" providerId="LiveId" clId="{1413FCA3-C609-4375-9B09-27A06CCA11E5}" dt="2026-09-02T19:09:00.707" v="262"/>
        <pc:sldMkLst>
          <pc:docMk/>
          <pc:sldMk cId="0" sldId="261"/>
        </pc:sldMkLst>
        <pc:spChg chg="mod">
          <ac:chgData name="Giovanni Lion" userId="183babd82b1ba774" providerId="LiveId" clId="{1413FCA3-C609-4375-9B09-27A06CCA11E5}" dt="2026-09-02T19:01:32.765" v="28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761" v="27" actId="27636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45:43.653" v="477" actId="1076"/>
        <pc:sldMkLst>
          <pc:docMk/>
          <pc:sldMk cId="0" sldId="262"/>
        </pc:sldMkLst>
        <pc:spChg chg="mod">
          <ac:chgData name="Giovanni Lion" userId="183babd82b1ba774" providerId="LiveId" clId="{1413FCA3-C609-4375-9B09-27A06CCA11E5}" dt="2026-09-02T19:45:43.653" v="477" actId="1076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">
        <pc:chgData name="Giovanni Lion" userId="183babd82b1ba774" providerId="LiveId" clId="{1413FCA3-C609-4375-9B09-27A06CCA11E5}" dt="2026-09-03T02:28:59.121" v="566"/>
        <pc:sldMkLst>
          <pc:docMk/>
          <pc:sldMk cId="0" sldId="263"/>
        </pc:sldMkLst>
        <pc:spChg chg="mod">
          <ac:chgData name="Giovanni Lion" userId="183babd82b1ba774" providerId="LiveId" clId="{1413FCA3-C609-4375-9B09-27A06CCA11E5}" dt="2026-09-02T19:01:32.791" v="32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794" v="33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787" v="30" actId="276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789" v="31" actId="27636"/>
          <ac:spMkLst>
            <pc:docMk/>
            <pc:sldMk cId="0" sldId="263"/>
            <ac:spMk id="12" creationId="{00000000-0000-0000-0000-000000000000}"/>
          </ac:spMkLst>
        </pc:spChg>
        <pc:picChg chg="del mod modVis">
          <ac:chgData name="Giovanni Lion" userId="183babd82b1ba774" providerId="LiveId" clId="{1413FCA3-C609-4375-9B09-27A06CCA11E5}" dt="2026-09-03T02:28:59.121" v="566"/>
          <ac:picMkLst>
            <pc:docMk/>
            <pc:sldMk cId="0" sldId="263"/>
            <ac:picMk id="13" creationId="{00000000-0000-0000-0000-000000000000}"/>
          </ac:picMkLst>
        </pc:picChg>
        <pc:picChg chg="add mod ord">
          <ac:chgData name="Giovanni Lion" userId="183babd82b1ba774" providerId="LiveId" clId="{1413FCA3-C609-4375-9B09-27A06CCA11E5}" dt="2026-09-03T01:56:19.554" v="539"/>
          <ac:picMkLst>
            <pc:docMk/>
            <pc:sldMk cId="0" sldId="263"/>
            <ac:picMk id="15" creationId="{CD5ABE8D-7C7E-7A9B-6809-EA89CDE41F2E}"/>
          </ac:picMkLst>
        </pc:picChg>
      </pc:sldChg>
      <pc:sldChg chg="modSp mod">
        <pc:chgData name="Giovanni Lion" userId="183babd82b1ba774" providerId="LiveId" clId="{1413FCA3-C609-4375-9B09-27A06CCA11E5}" dt="2026-09-02T19:01:32.803" v="34" actId="27636"/>
        <pc:sldMkLst>
          <pc:docMk/>
          <pc:sldMk cId="0" sldId="264"/>
        </pc:sldMkLst>
        <pc:spChg chg="mod">
          <ac:chgData name="Giovanni Lion" userId="183babd82b1ba774" providerId="LiveId" clId="{1413FCA3-C609-4375-9B09-27A06CCA11E5}" dt="2026-09-02T19:01:32.803" v="34" actId="27636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Giovanni Lion" userId="183babd82b1ba774" providerId="LiveId" clId="{1413FCA3-C609-4375-9B09-27A06CCA11E5}" dt="2026-09-03T02:28:59.124" v="568"/>
        <pc:sldMkLst>
          <pc:docMk/>
          <pc:sldMk cId="0" sldId="265"/>
        </pc:sldMkLst>
        <pc:spChg chg="mod">
          <ac:chgData name="Giovanni Lion" userId="183babd82b1ba774" providerId="LiveId" clId="{1413FCA3-C609-4375-9B09-27A06CCA11E5}" dt="2026-09-02T19:01:32.815" v="37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813" v="36" actId="276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811" v="35" actId="276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816" v="38" actId="27636"/>
          <ac:spMkLst>
            <pc:docMk/>
            <pc:sldMk cId="0" sldId="265"/>
            <ac:spMk id="12" creationId="{00000000-0000-0000-0000-000000000000}"/>
          </ac:spMkLst>
        </pc:spChg>
        <pc:picChg chg="del mod modVis">
          <ac:chgData name="Giovanni Lion" userId="183babd82b1ba774" providerId="LiveId" clId="{1413FCA3-C609-4375-9B09-27A06CCA11E5}" dt="2026-09-03T02:28:59.124" v="568"/>
          <ac:picMkLst>
            <pc:docMk/>
            <pc:sldMk cId="0" sldId="265"/>
            <ac:picMk id="13" creationId="{00000000-0000-0000-0000-000000000000}"/>
          </ac:picMkLst>
        </pc:picChg>
        <pc:picChg chg="add mod ord">
          <ac:chgData name="Giovanni Lion" userId="183babd82b1ba774" providerId="LiveId" clId="{1413FCA3-C609-4375-9B09-27A06CCA11E5}" dt="2026-09-03T01:59:03.887" v="549"/>
          <ac:picMkLst>
            <pc:docMk/>
            <pc:sldMk cId="0" sldId="265"/>
            <ac:picMk id="15" creationId="{9AFBBF64-86AC-FE7A-8669-65856AFE0677}"/>
          </ac:picMkLst>
        </pc:picChg>
      </pc:sldChg>
      <pc:sldChg chg="modSp mod">
        <pc:chgData name="Giovanni Lion" userId="183babd82b1ba774" providerId="LiveId" clId="{1413FCA3-C609-4375-9B09-27A06CCA11E5}" dt="2026-09-02T19:01:32.824" v="39" actId="27636"/>
        <pc:sldMkLst>
          <pc:docMk/>
          <pc:sldMk cId="0" sldId="266"/>
        </pc:sldMkLst>
        <pc:spChg chg="mod">
          <ac:chgData name="Giovanni Lion" userId="183babd82b1ba774" providerId="LiveId" clId="{1413FCA3-C609-4375-9B09-27A06CCA11E5}" dt="2026-09-02T19:01:32.824" v="39" actId="27636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31" v="40" actId="27636"/>
        <pc:sldMkLst>
          <pc:docMk/>
          <pc:sldMk cId="0" sldId="267"/>
        </pc:sldMkLst>
        <pc:spChg chg="mod">
          <ac:chgData name="Giovanni Lion" userId="183babd82b1ba774" providerId="LiveId" clId="{1413FCA3-C609-4375-9B09-27A06CCA11E5}" dt="2026-09-02T19:01:32.831" v="40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38" v="41" actId="27636"/>
        <pc:sldMkLst>
          <pc:docMk/>
          <pc:sldMk cId="0" sldId="268"/>
        </pc:sldMkLst>
        <pc:spChg chg="mod">
          <ac:chgData name="Giovanni Lion" userId="183babd82b1ba774" providerId="LiveId" clId="{1413FCA3-C609-4375-9B09-27A06CCA11E5}" dt="2026-09-02T19:01:32.838" v="41" actId="2763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48" v="42" actId="27636"/>
        <pc:sldMkLst>
          <pc:docMk/>
          <pc:sldMk cId="0" sldId="271"/>
        </pc:sldMkLst>
        <pc:spChg chg="mod">
          <ac:chgData name="Giovanni Lion" userId="183babd82b1ba774" providerId="LiveId" clId="{1413FCA3-C609-4375-9B09-27A06CCA11E5}" dt="2026-09-02T19:01:32.848" v="42" actId="27636"/>
          <ac:spMkLst>
            <pc:docMk/>
            <pc:sldMk cId="0" sldId="271"/>
            <ac:spMk id="5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59" v="43" actId="27636"/>
        <pc:sldMkLst>
          <pc:docMk/>
          <pc:sldMk cId="0" sldId="272"/>
        </pc:sldMkLst>
        <pc:spChg chg="mod">
          <ac:chgData name="Giovanni Lion" userId="183babd82b1ba774" providerId="LiveId" clId="{1413FCA3-C609-4375-9B09-27A06CCA11E5}" dt="2026-09-02T19:01:32.859" v="43" actId="2763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70" v="44" actId="27636"/>
        <pc:sldMkLst>
          <pc:docMk/>
          <pc:sldMk cId="0" sldId="273"/>
        </pc:sldMkLst>
        <pc:spChg chg="mod">
          <ac:chgData name="Giovanni Lion" userId="183babd82b1ba774" providerId="LiveId" clId="{1413FCA3-C609-4375-9B09-27A06CCA11E5}" dt="2026-09-02T19:01:32.870" v="44" actId="2763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76" v="45" actId="27636"/>
        <pc:sldMkLst>
          <pc:docMk/>
          <pc:sldMk cId="0" sldId="274"/>
        </pc:sldMkLst>
        <pc:spChg chg="mod">
          <ac:chgData name="Giovanni Lion" userId="183babd82b1ba774" providerId="LiveId" clId="{1413FCA3-C609-4375-9B09-27A06CCA11E5}" dt="2026-09-02T19:01:32.876" v="45" actId="2763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891" v="46" actId="27636"/>
        <pc:sldMkLst>
          <pc:docMk/>
          <pc:sldMk cId="0" sldId="275"/>
        </pc:sldMkLst>
        <pc:spChg chg="mod">
          <ac:chgData name="Giovanni Lion" userId="183babd82b1ba774" providerId="LiveId" clId="{1413FCA3-C609-4375-9B09-27A06CCA11E5}" dt="2026-09-02T19:01:32.891" v="46" actId="2763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901" v="47" actId="27636"/>
        <pc:sldMkLst>
          <pc:docMk/>
          <pc:sldMk cId="0" sldId="276"/>
        </pc:sldMkLst>
        <pc:spChg chg="mod">
          <ac:chgData name="Giovanni Lion" userId="183babd82b1ba774" providerId="LiveId" clId="{1413FCA3-C609-4375-9B09-27A06CCA11E5}" dt="2026-09-02T19:01:32.901" v="47" actId="27636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10:48.491" v="268" actId="14100"/>
        <pc:sldMkLst>
          <pc:docMk/>
          <pc:sldMk cId="0" sldId="277"/>
        </pc:sldMkLst>
        <pc:spChg chg="mod">
          <ac:chgData name="Giovanni Lion" userId="183babd82b1ba774" providerId="LiveId" clId="{1413FCA3-C609-4375-9B09-27A06CCA11E5}" dt="2026-09-02T19:01:32.916" v="49" actId="27636"/>
          <ac:spMkLst>
            <pc:docMk/>
            <pc:sldMk cId="0" sldId="277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14" v="48" actId="27636"/>
          <ac:spMkLst>
            <pc:docMk/>
            <pc:sldMk cId="0" sldId="277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10:48.491" v="268" actId="14100"/>
          <ac:spMkLst>
            <pc:docMk/>
            <pc:sldMk cId="0" sldId="277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20" v="51" actId="2763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17" v="50" actId="27636"/>
          <ac:spMkLst>
            <pc:docMk/>
            <pc:sldMk cId="0" sldId="277"/>
            <ac:spMk id="16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928" v="52" actId="27636"/>
        <pc:sldMkLst>
          <pc:docMk/>
          <pc:sldMk cId="0" sldId="278"/>
        </pc:sldMkLst>
        <pc:spChg chg="mod">
          <ac:chgData name="Giovanni Lion" userId="183babd82b1ba774" providerId="LiveId" clId="{1413FCA3-C609-4375-9B09-27A06CCA11E5}" dt="2026-09-02T19:01:32.928" v="52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938" v="53" actId="27636"/>
        <pc:sldMkLst>
          <pc:docMk/>
          <pc:sldMk cId="0" sldId="279"/>
        </pc:sldMkLst>
        <pc:spChg chg="mod">
          <ac:chgData name="Giovanni Lion" userId="183babd82b1ba774" providerId="LiveId" clId="{1413FCA3-C609-4375-9B09-27A06CCA11E5}" dt="2026-09-02T19:01:32.938" v="53" actId="27636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2.966" v="62" actId="27636"/>
        <pc:sldMkLst>
          <pc:docMk/>
          <pc:sldMk cId="0" sldId="280"/>
        </pc:sldMkLst>
        <pc:spChg chg="mod">
          <ac:chgData name="Giovanni Lion" userId="183babd82b1ba774" providerId="LiveId" clId="{1413FCA3-C609-4375-9B09-27A06CCA11E5}" dt="2026-09-02T19:01:32.962" v="60" actId="27636"/>
          <ac:spMkLst>
            <pc:docMk/>
            <pc:sldMk cId="0" sldId="280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61" v="59" actId="27636"/>
          <ac:spMkLst>
            <pc:docMk/>
            <pc:sldMk cId="0" sldId="280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53" v="54" actId="27636"/>
          <ac:spMkLst>
            <pc:docMk/>
            <pc:sldMk cId="0" sldId="280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57" v="56" actId="27636"/>
          <ac:spMkLst>
            <pc:docMk/>
            <pc:sldMk cId="0" sldId="280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64" v="61" actId="2763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60" v="58" actId="2763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56" v="55" actId="2763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66" v="62" actId="2763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58" v="57" actId="27636"/>
          <ac:spMkLst>
            <pc:docMk/>
            <pc:sldMk cId="0" sldId="280"/>
            <ac:spMk id="17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004" v="67" actId="27636"/>
        <pc:sldMkLst>
          <pc:docMk/>
          <pc:sldMk cId="0" sldId="281"/>
        </pc:sldMkLst>
        <pc:spChg chg="mod">
          <ac:chgData name="Giovanni Lion" userId="183babd82b1ba774" providerId="LiveId" clId="{1413FCA3-C609-4375-9B09-27A06CCA11E5}" dt="2026-09-02T19:01:32.989" v="63" actId="27636"/>
          <ac:spMkLst>
            <pc:docMk/>
            <pc:sldMk cId="0" sldId="281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97" v="65" actId="27636"/>
          <ac:spMkLst>
            <pc:docMk/>
            <pc:sldMk cId="0" sldId="281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2.992" v="64" actId="27636"/>
          <ac:spMkLst>
            <pc:docMk/>
            <pc:sldMk cId="0" sldId="281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01" v="66" actId="2763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04" v="67" actId="27636"/>
          <ac:spMkLst>
            <pc:docMk/>
            <pc:sldMk cId="0" sldId="281"/>
            <ac:spMk id="15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042" v="73" actId="27636"/>
        <pc:sldMkLst>
          <pc:docMk/>
          <pc:sldMk cId="0" sldId="282"/>
        </pc:sldMkLst>
        <pc:spChg chg="mod">
          <ac:chgData name="Giovanni Lion" userId="183babd82b1ba774" providerId="LiveId" clId="{1413FCA3-C609-4375-9B09-27A06CCA11E5}" dt="2026-09-02T19:01:33.042" v="73" actId="27636"/>
          <ac:spMkLst>
            <pc:docMk/>
            <pc:sldMk cId="0" sldId="282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39" v="72" actId="2763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33" v="70" actId="2763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28" v="69" actId="2763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36" v="71" actId="27636"/>
          <ac:spMkLst>
            <pc:docMk/>
            <pc:sldMk cId="0" sldId="282"/>
            <ac:spMk id="15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20" v="68" actId="27636"/>
          <ac:spMkLst>
            <pc:docMk/>
            <pc:sldMk cId="0" sldId="282"/>
            <ac:spMk id="16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059" v="74" actId="27636"/>
        <pc:sldMkLst>
          <pc:docMk/>
          <pc:sldMk cId="0" sldId="283"/>
        </pc:sldMkLst>
        <pc:spChg chg="mod">
          <ac:chgData name="Giovanni Lion" userId="183babd82b1ba774" providerId="LiveId" clId="{1413FCA3-C609-4375-9B09-27A06CCA11E5}" dt="2026-09-02T19:01:33.059" v="74" actId="27636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076" v="76" actId="27636"/>
        <pc:sldMkLst>
          <pc:docMk/>
          <pc:sldMk cId="0" sldId="284"/>
        </pc:sldMkLst>
        <pc:spChg chg="mod">
          <ac:chgData name="Giovanni Lion" userId="183babd82b1ba774" providerId="LiveId" clId="{1413FCA3-C609-4375-9B09-27A06CCA11E5}" dt="2026-09-02T19:01:33.076" v="76" actId="27636"/>
          <ac:spMkLst>
            <pc:docMk/>
            <pc:sldMk cId="0" sldId="284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73" v="75" actId="27636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104" v="80" actId="27636"/>
        <pc:sldMkLst>
          <pc:docMk/>
          <pc:sldMk cId="0" sldId="285"/>
        </pc:sldMkLst>
        <pc:spChg chg="mod">
          <ac:chgData name="Giovanni Lion" userId="183babd82b1ba774" providerId="LiveId" clId="{1413FCA3-C609-4375-9B09-27A06CCA11E5}" dt="2026-09-02T19:01:33.087" v="77" actId="27636"/>
          <ac:spMkLst>
            <pc:docMk/>
            <pc:sldMk cId="0" sldId="285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096" v="78" actId="27636"/>
          <ac:spMkLst>
            <pc:docMk/>
            <pc:sldMk cId="0" sldId="285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04" v="80" actId="2763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01" v="79" actId="27636"/>
          <ac:spMkLst>
            <pc:docMk/>
            <pc:sldMk cId="0" sldId="285"/>
            <ac:spMk id="16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33:20.115" v="472" actId="27636"/>
        <pc:sldMkLst>
          <pc:docMk/>
          <pc:sldMk cId="0" sldId="286"/>
        </pc:sldMkLst>
        <pc:spChg chg="mod">
          <ac:chgData name="Giovanni Lion" userId="183babd82b1ba774" providerId="LiveId" clId="{1413FCA3-C609-4375-9B09-27A06CCA11E5}" dt="2026-09-02T19:33:20.115" v="472" actId="27636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15:19.235" v="277" actId="5793"/>
        <pc:sldMkLst>
          <pc:docMk/>
          <pc:sldMk cId="0" sldId="287"/>
        </pc:sldMkLst>
        <pc:spChg chg="mod">
          <ac:chgData name="Giovanni Lion" userId="183babd82b1ba774" providerId="LiveId" clId="{1413FCA3-C609-4375-9B09-27A06CCA11E5}" dt="2026-09-02T19:01:33.172" v="93" actId="27636"/>
          <ac:spMkLst>
            <pc:docMk/>
            <pc:sldMk cId="0" sldId="287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69" v="92" actId="27636"/>
          <ac:spMkLst>
            <pc:docMk/>
            <pc:sldMk cId="0" sldId="287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26" v="82" actId="27636"/>
          <ac:spMkLst>
            <pc:docMk/>
            <pc:sldMk cId="0" sldId="287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79" v="94" actId="2763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65" v="91" actId="2763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14:56.249" v="270" actId="1076"/>
          <ac:spMkLst>
            <pc:docMk/>
            <pc:sldMk cId="0" sldId="287"/>
            <ac:spMk id="1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61" v="90" actId="2763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30" v="83" actId="2763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15:19.235" v="277" actId="5793"/>
          <ac:spMkLst>
            <pc:docMk/>
            <pc:sldMk cId="0" sldId="287"/>
            <ac:spMk id="1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54" v="88" actId="27636"/>
          <ac:spMkLst>
            <pc:docMk/>
            <pc:sldMk cId="0" sldId="287"/>
            <ac:spMk id="2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50" v="87" actId="27636"/>
          <ac:spMkLst>
            <pc:docMk/>
            <pc:sldMk cId="0" sldId="287"/>
            <ac:spMk id="2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45" v="86" actId="27636"/>
          <ac:spMkLst>
            <pc:docMk/>
            <pc:sldMk cId="0" sldId="287"/>
            <ac:spMk id="2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59" v="89" actId="27636"/>
          <ac:spMkLst>
            <pc:docMk/>
            <pc:sldMk cId="0" sldId="287"/>
            <ac:spMk id="2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39" v="85" actId="27636"/>
          <ac:spMkLst>
            <pc:docMk/>
            <pc:sldMk cId="0" sldId="287"/>
            <ac:spMk id="27" creationId="{00000000-0000-0000-0000-000000000000}"/>
          </ac:spMkLst>
        </pc:spChg>
      </pc:sldChg>
      <pc:sldChg chg="modSp add del mod ord">
        <pc:chgData name="Giovanni Lion" userId="183babd82b1ba774" providerId="LiveId" clId="{1413FCA3-C609-4375-9B09-27A06CCA11E5}" dt="2026-09-02T19:56:19.287" v="511"/>
        <pc:sldMkLst>
          <pc:docMk/>
          <pc:sldMk cId="0" sldId="288"/>
        </pc:sldMkLst>
        <pc:spChg chg="mod">
          <ac:chgData name="Giovanni Lion" userId="183babd82b1ba774" providerId="LiveId" clId="{1413FCA3-C609-4375-9B09-27A06CCA11E5}" dt="2026-09-02T19:33:27.821" v="474" actId="27636"/>
          <ac:spMkLst>
            <pc:docMk/>
            <pc:sldMk cId="0" sldId="288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07" v="98" actId="27636"/>
          <ac:spMkLst>
            <pc:docMk/>
            <pc:sldMk cId="0" sldId="288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92" v="95" actId="27636"/>
          <ac:spMkLst>
            <pc:docMk/>
            <pc:sldMk cId="0" sldId="288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195" v="96" actId="27636"/>
          <ac:spMkLst>
            <pc:docMk/>
            <pc:sldMk cId="0" sldId="288"/>
            <ac:spMk id="12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16:50.607" v="289" actId="20577"/>
        <pc:sldMkLst>
          <pc:docMk/>
          <pc:sldMk cId="0" sldId="289"/>
        </pc:sldMkLst>
        <pc:spChg chg="mod">
          <ac:chgData name="Giovanni Lion" userId="183babd82b1ba774" providerId="LiveId" clId="{1413FCA3-C609-4375-9B09-27A06CCA11E5}" dt="2026-09-02T19:01:33.233" v="100" actId="27636"/>
          <ac:spMkLst>
            <pc:docMk/>
            <pc:sldMk cId="0" sldId="289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39" v="101" actId="2763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30" v="99" actId="27636"/>
          <ac:spMkLst>
            <pc:docMk/>
            <pc:sldMk cId="0" sldId="289"/>
            <ac:spMk id="1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16:50.607" v="289" actId="20577"/>
          <ac:spMkLst>
            <pc:docMk/>
            <pc:sldMk cId="0" sldId="289"/>
            <ac:spMk id="18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259" v="102" actId="27636"/>
        <pc:sldMkLst>
          <pc:docMk/>
          <pc:sldMk cId="0" sldId="290"/>
        </pc:sldMkLst>
        <pc:spChg chg="mod">
          <ac:chgData name="Giovanni Lion" userId="183babd82b1ba774" providerId="LiveId" clId="{1413FCA3-C609-4375-9B09-27A06CCA11E5}" dt="2026-09-02T19:01:33.259" v="102" actId="27636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296" v="109" actId="27636"/>
        <pc:sldMkLst>
          <pc:docMk/>
          <pc:sldMk cId="0" sldId="291"/>
        </pc:sldMkLst>
        <pc:spChg chg="mod">
          <ac:chgData name="Giovanni Lion" userId="183babd82b1ba774" providerId="LiveId" clId="{1413FCA3-C609-4375-9B09-27A06CCA11E5}" dt="2026-09-02T19:01:33.293" v="108" actId="27636"/>
          <ac:spMkLst>
            <pc:docMk/>
            <pc:sldMk cId="0" sldId="291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74" v="103" actId="27636"/>
          <ac:spMkLst>
            <pc:docMk/>
            <pc:sldMk cId="0" sldId="291"/>
            <ac:spMk id="5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89" v="107" actId="27636"/>
          <ac:spMkLst>
            <pc:docMk/>
            <pc:sldMk cId="0" sldId="291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81" v="106" actId="27636"/>
          <ac:spMkLst>
            <pc:docMk/>
            <pc:sldMk cId="0" sldId="291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79" v="105" actId="27636"/>
          <ac:spMkLst>
            <pc:docMk/>
            <pc:sldMk cId="0" sldId="291"/>
            <ac:spMk id="1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96" v="109" actId="27636"/>
          <ac:spMkLst>
            <pc:docMk/>
            <pc:sldMk cId="0" sldId="291"/>
            <ac:spMk id="15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276" v="104" actId="27636"/>
          <ac:spMkLst>
            <pc:docMk/>
            <pc:sldMk cId="0" sldId="291"/>
            <ac:spMk id="17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325" v="113" actId="27636"/>
        <pc:sldMkLst>
          <pc:docMk/>
          <pc:sldMk cId="0" sldId="293"/>
        </pc:sldMkLst>
        <pc:spChg chg="mod">
          <ac:chgData name="Giovanni Lion" userId="183babd82b1ba774" providerId="LiveId" clId="{1413FCA3-C609-4375-9B09-27A06CCA11E5}" dt="2026-09-02T19:01:33.314" v="110" actId="27636"/>
          <ac:spMkLst>
            <pc:docMk/>
            <pc:sldMk cId="0" sldId="293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25" v="113" actId="27636"/>
          <ac:spMkLst>
            <pc:docMk/>
            <pc:sldMk cId="0" sldId="293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22" v="112" actId="27636"/>
          <ac:spMkLst>
            <pc:docMk/>
            <pc:sldMk cId="0" sldId="293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19" v="111" actId="27636"/>
          <ac:spMkLst>
            <pc:docMk/>
            <pc:sldMk cId="0" sldId="293"/>
            <ac:spMk id="12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335" v="115" actId="27636"/>
        <pc:sldMkLst>
          <pc:docMk/>
          <pc:sldMk cId="0" sldId="294"/>
        </pc:sldMkLst>
        <pc:spChg chg="mod">
          <ac:chgData name="Giovanni Lion" userId="183babd82b1ba774" providerId="LiveId" clId="{1413FCA3-C609-4375-9B09-27A06CCA11E5}" dt="2026-09-02T19:01:33.335" v="115" actId="27636"/>
          <ac:spMkLst>
            <pc:docMk/>
            <pc:sldMk cId="0" sldId="294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32" v="114" actId="27636"/>
          <ac:spMkLst>
            <pc:docMk/>
            <pc:sldMk cId="0" sldId="294"/>
            <ac:spMk id="1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344" v="116" actId="27636"/>
        <pc:sldMkLst>
          <pc:docMk/>
          <pc:sldMk cId="0" sldId="295"/>
        </pc:sldMkLst>
        <pc:spChg chg="mod">
          <ac:chgData name="Giovanni Lion" userId="183babd82b1ba774" providerId="LiveId" clId="{1413FCA3-C609-4375-9B09-27A06CCA11E5}" dt="2026-09-02T19:01:33.344" v="116" actId="27636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384" v="127" actId="27636"/>
        <pc:sldMkLst>
          <pc:docMk/>
          <pc:sldMk cId="0" sldId="296"/>
        </pc:sldMkLst>
        <pc:spChg chg="mod">
          <ac:chgData name="Giovanni Lion" userId="183babd82b1ba774" providerId="LiveId" clId="{1413FCA3-C609-4375-9B09-27A06CCA11E5}" dt="2026-09-02T19:01:33.375" v="123" actId="27636"/>
          <ac:spMkLst>
            <pc:docMk/>
            <pc:sldMk cId="0" sldId="296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77" v="124" actId="27636"/>
          <ac:spMkLst>
            <pc:docMk/>
            <pc:sldMk cId="0" sldId="296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61" v="117" actId="27636"/>
          <ac:spMkLst>
            <pc:docMk/>
            <pc:sldMk cId="0" sldId="296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64" v="118" actId="27636"/>
          <ac:spMkLst>
            <pc:docMk/>
            <pc:sldMk cId="0" sldId="296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68" v="120" actId="27636"/>
          <ac:spMkLst>
            <pc:docMk/>
            <pc:sldMk cId="0" sldId="296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73" v="122" actId="27636"/>
          <ac:spMkLst>
            <pc:docMk/>
            <pc:sldMk cId="0" sldId="296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84" v="127" actId="27636"/>
          <ac:spMkLst>
            <pc:docMk/>
            <pc:sldMk cId="0" sldId="296"/>
            <ac:spMk id="1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66" v="119" actId="27636"/>
          <ac:spMkLst>
            <pc:docMk/>
            <pc:sldMk cId="0" sldId="296"/>
            <ac:spMk id="1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82" v="126" actId="27636"/>
          <ac:spMkLst>
            <pc:docMk/>
            <pc:sldMk cId="0" sldId="296"/>
            <ac:spMk id="1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78" v="125" actId="27636"/>
          <ac:spMkLst>
            <pc:docMk/>
            <pc:sldMk cId="0" sldId="296"/>
            <ac:spMk id="1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369" v="121" actId="27636"/>
          <ac:spMkLst>
            <pc:docMk/>
            <pc:sldMk cId="0" sldId="296"/>
            <ac:spMk id="21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394" v="128" actId="27636"/>
        <pc:sldMkLst>
          <pc:docMk/>
          <pc:sldMk cId="0" sldId="297"/>
        </pc:sldMkLst>
        <pc:spChg chg="mod">
          <ac:chgData name="Giovanni Lion" userId="183babd82b1ba774" providerId="LiveId" clId="{1413FCA3-C609-4375-9B09-27A06CCA11E5}" dt="2026-09-02T19:01:33.394" v="128" actId="27636"/>
          <ac:spMkLst>
            <pc:docMk/>
            <pc:sldMk cId="0" sldId="297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405" v="129" actId="27636"/>
        <pc:sldMkLst>
          <pc:docMk/>
          <pc:sldMk cId="0" sldId="298"/>
        </pc:sldMkLst>
        <pc:spChg chg="mod">
          <ac:chgData name="Giovanni Lion" userId="183babd82b1ba774" providerId="LiveId" clId="{1413FCA3-C609-4375-9B09-27A06CCA11E5}" dt="2026-09-02T19:01:33.405" v="129" actId="27636"/>
          <ac:spMkLst>
            <pc:docMk/>
            <pc:sldMk cId="0" sldId="298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421" v="130" actId="27636"/>
        <pc:sldMkLst>
          <pc:docMk/>
          <pc:sldMk cId="0" sldId="299"/>
        </pc:sldMkLst>
        <pc:spChg chg="mod">
          <ac:chgData name="Giovanni Lion" userId="183babd82b1ba774" providerId="LiveId" clId="{1413FCA3-C609-4375-9B09-27A06CCA11E5}" dt="2026-09-02T19:01:33.421" v="130" actId="27636"/>
          <ac:spMkLst>
            <pc:docMk/>
            <pc:sldMk cId="0" sldId="299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440" v="136" actId="27636"/>
        <pc:sldMkLst>
          <pc:docMk/>
          <pc:sldMk cId="0" sldId="300"/>
        </pc:sldMkLst>
        <pc:spChg chg="mod">
          <ac:chgData name="Giovanni Lion" userId="183babd82b1ba774" providerId="LiveId" clId="{1413FCA3-C609-4375-9B09-27A06CCA11E5}" dt="2026-09-02T19:01:33.434" v="133" actId="27636"/>
          <ac:spMkLst>
            <pc:docMk/>
            <pc:sldMk cId="0" sldId="300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33" v="132" actId="27636"/>
          <ac:spMkLst>
            <pc:docMk/>
            <pc:sldMk cId="0" sldId="300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37" v="135" actId="27636"/>
          <ac:spMkLst>
            <pc:docMk/>
            <pc:sldMk cId="0" sldId="300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36" v="134" actId="27636"/>
          <ac:spMkLst>
            <pc:docMk/>
            <pc:sldMk cId="0" sldId="300"/>
            <ac:spMk id="1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40" v="136" actId="27636"/>
          <ac:spMkLst>
            <pc:docMk/>
            <pc:sldMk cId="0" sldId="300"/>
            <ac:spMk id="1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30" v="131" actId="27636"/>
          <ac:spMkLst>
            <pc:docMk/>
            <pc:sldMk cId="0" sldId="300"/>
            <ac:spMk id="19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462" v="142" actId="27636"/>
        <pc:sldMkLst>
          <pc:docMk/>
          <pc:sldMk cId="0" sldId="301"/>
        </pc:sldMkLst>
        <pc:spChg chg="mod">
          <ac:chgData name="Giovanni Lion" userId="183babd82b1ba774" providerId="LiveId" clId="{1413FCA3-C609-4375-9B09-27A06CCA11E5}" dt="2026-09-02T19:01:33.451" v="137" actId="27636"/>
          <ac:spMkLst>
            <pc:docMk/>
            <pc:sldMk cId="0" sldId="301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59" v="141" actId="27636"/>
          <ac:spMkLst>
            <pc:docMk/>
            <pc:sldMk cId="0" sldId="301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62" v="142" actId="27636"/>
          <ac:spMkLst>
            <pc:docMk/>
            <pc:sldMk cId="0" sldId="301"/>
            <ac:spMk id="1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53" v="138" actId="27636"/>
          <ac:spMkLst>
            <pc:docMk/>
            <pc:sldMk cId="0" sldId="301"/>
            <ac:spMk id="1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55" v="139" actId="27636"/>
          <ac:spMkLst>
            <pc:docMk/>
            <pc:sldMk cId="0" sldId="301"/>
            <ac:spMk id="2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58" v="140" actId="27636"/>
          <ac:spMkLst>
            <pc:docMk/>
            <pc:sldMk cId="0" sldId="301"/>
            <ac:spMk id="28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480" v="147" actId="27636"/>
        <pc:sldMkLst>
          <pc:docMk/>
          <pc:sldMk cId="0" sldId="302"/>
        </pc:sldMkLst>
        <pc:spChg chg="mod">
          <ac:chgData name="Giovanni Lion" userId="183babd82b1ba774" providerId="LiveId" clId="{1413FCA3-C609-4375-9B09-27A06CCA11E5}" dt="2026-09-02T19:01:33.480" v="147" actId="27636"/>
          <ac:spMkLst>
            <pc:docMk/>
            <pc:sldMk cId="0" sldId="302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73" v="143" actId="27636"/>
          <ac:spMkLst>
            <pc:docMk/>
            <pc:sldMk cId="0" sldId="302"/>
            <ac:spMk id="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75" v="144" actId="27636"/>
          <ac:spMkLst>
            <pc:docMk/>
            <pc:sldMk cId="0" sldId="302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78" v="146" actId="27636"/>
          <ac:spMkLst>
            <pc:docMk/>
            <pc:sldMk cId="0" sldId="302"/>
            <ac:spMk id="1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77" v="145" actId="27636"/>
          <ac:spMkLst>
            <pc:docMk/>
            <pc:sldMk cId="0" sldId="302"/>
            <ac:spMk id="16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498" v="152" actId="27636"/>
        <pc:sldMkLst>
          <pc:docMk/>
          <pc:sldMk cId="0" sldId="303"/>
        </pc:sldMkLst>
        <pc:spChg chg="mod">
          <ac:chgData name="Giovanni Lion" userId="183babd82b1ba774" providerId="LiveId" clId="{1413FCA3-C609-4375-9B09-27A06CCA11E5}" dt="2026-09-02T19:01:33.491" v="149" actId="27636"/>
          <ac:spMkLst>
            <pc:docMk/>
            <pc:sldMk cId="0" sldId="303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98" v="152" actId="27636"/>
          <ac:spMkLst>
            <pc:docMk/>
            <pc:sldMk cId="0" sldId="303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96" v="151" actId="27636"/>
          <ac:spMkLst>
            <pc:docMk/>
            <pc:sldMk cId="0" sldId="303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93" v="150" actId="27636"/>
          <ac:spMkLst>
            <pc:docMk/>
            <pc:sldMk cId="0" sldId="303"/>
            <ac:spMk id="1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489" v="148" actId="27636"/>
          <ac:spMkLst>
            <pc:docMk/>
            <pc:sldMk cId="0" sldId="303"/>
            <ac:spMk id="18" creationId="{00000000-0000-0000-0000-000000000000}"/>
          </ac:spMkLst>
        </pc:spChg>
      </pc:sldChg>
      <pc:sldChg chg="addSp delSp modSp mod">
        <pc:chgData name="Giovanni Lion" userId="183babd82b1ba774" providerId="LiveId" clId="{1413FCA3-C609-4375-9B09-27A06CCA11E5}" dt="2026-09-03T03:24:56.407" v="582"/>
        <pc:sldMkLst>
          <pc:docMk/>
          <pc:sldMk cId="0" sldId="304"/>
        </pc:sldMkLst>
        <pc:spChg chg="mod">
          <ac:chgData name="Giovanni Lion" userId="183babd82b1ba774" providerId="LiveId" clId="{1413FCA3-C609-4375-9B09-27A06CCA11E5}" dt="2026-09-02T19:01:33.513" v="154" actId="27636"/>
          <ac:spMkLst>
            <pc:docMk/>
            <pc:sldMk cId="0" sldId="304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08" v="153" actId="27636"/>
          <ac:spMkLst>
            <pc:docMk/>
            <pc:sldMk cId="0" sldId="304"/>
            <ac:spMk id="12" creationId="{00000000-0000-0000-0000-000000000000}"/>
          </ac:spMkLst>
        </pc:spChg>
        <pc:picChg chg="del mod modVis">
          <ac:chgData name="Giovanni Lion" userId="183babd82b1ba774" providerId="LiveId" clId="{1413FCA3-C609-4375-9B09-27A06CCA11E5}" dt="2026-09-03T03:24:56.407" v="582"/>
          <ac:picMkLst>
            <pc:docMk/>
            <pc:sldMk cId="0" sldId="304"/>
            <ac:picMk id="13" creationId="{00000000-0000-0000-0000-000000000000}"/>
          </ac:picMkLst>
        </pc:picChg>
        <pc:picChg chg="add mod ord">
          <ac:chgData name="Giovanni Lion" userId="183babd82b1ba774" providerId="LiveId" clId="{1413FCA3-C609-4375-9B09-27A06CCA11E5}" dt="2026-09-03T03:21:22.470" v="577"/>
          <ac:picMkLst>
            <pc:docMk/>
            <pc:sldMk cId="0" sldId="304"/>
            <ac:picMk id="15" creationId="{AB5194C2-2732-3C65-DC34-FB8CF11BB82F}"/>
          </ac:picMkLst>
        </pc:picChg>
      </pc:sldChg>
      <pc:sldChg chg="modSp mod">
        <pc:chgData name="Giovanni Lion" userId="183babd82b1ba774" providerId="LiveId" clId="{1413FCA3-C609-4375-9B09-27A06CCA11E5}" dt="2026-09-02T19:01:33.535" v="163" actId="27636"/>
        <pc:sldMkLst>
          <pc:docMk/>
          <pc:sldMk cId="0" sldId="305"/>
        </pc:sldMkLst>
        <pc:spChg chg="mod">
          <ac:chgData name="Giovanni Lion" userId="183babd82b1ba774" providerId="LiveId" clId="{1413FCA3-C609-4375-9B09-27A06CCA11E5}" dt="2026-09-02T19:01:33.530" v="160" actId="27636"/>
          <ac:spMkLst>
            <pc:docMk/>
            <pc:sldMk cId="0" sldId="305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26" v="157" actId="27636"/>
          <ac:spMkLst>
            <pc:docMk/>
            <pc:sldMk cId="0" sldId="305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29" v="159" actId="27636"/>
          <ac:spMkLst>
            <pc:docMk/>
            <pc:sldMk cId="0" sldId="305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34" v="162" actId="27636"/>
          <ac:spMkLst>
            <pc:docMk/>
            <pc:sldMk cId="0" sldId="305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27" v="158" actId="27636"/>
          <ac:spMkLst>
            <pc:docMk/>
            <pc:sldMk cId="0" sldId="305"/>
            <ac:spMk id="11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24" v="156" actId="27636"/>
          <ac:spMkLst>
            <pc:docMk/>
            <pc:sldMk cId="0" sldId="305"/>
            <ac:spMk id="1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22" v="155" actId="27636"/>
          <ac:spMkLst>
            <pc:docMk/>
            <pc:sldMk cId="0" sldId="305"/>
            <ac:spMk id="15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32" v="161" actId="27636"/>
          <ac:spMkLst>
            <pc:docMk/>
            <pc:sldMk cId="0" sldId="305"/>
            <ac:spMk id="1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35" v="163" actId="27636"/>
          <ac:spMkLst>
            <pc:docMk/>
            <pc:sldMk cId="0" sldId="305"/>
            <ac:spMk id="19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24:36.559" v="348" actId="20577"/>
        <pc:sldMkLst>
          <pc:docMk/>
          <pc:sldMk cId="0" sldId="306"/>
        </pc:sldMkLst>
        <pc:spChg chg="mod">
          <ac:chgData name="Giovanni Lion" userId="183babd82b1ba774" providerId="LiveId" clId="{1413FCA3-C609-4375-9B09-27A06CCA11E5}" dt="2026-09-02T19:01:33.547" v="165" actId="27636"/>
          <ac:spMkLst>
            <pc:docMk/>
            <pc:sldMk cId="0" sldId="306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2:43.037" v="306" actId="20577"/>
          <ac:spMkLst>
            <pc:docMk/>
            <pc:sldMk cId="0" sldId="306"/>
            <ac:spMk id="9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4:36.559" v="348" actId="20577"/>
          <ac:spMkLst>
            <pc:docMk/>
            <pc:sldMk cId="0" sldId="306"/>
            <ac:spMk id="15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545" v="164" actId="27636"/>
          <ac:spMkLst>
            <pc:docMk/>
            <pc:sldMk cId="0" sldId="306"/>
            <ac:spMk id="2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26:07.647" v="357" actId="1076"/>
        <pc:sldMkLst>
          <pc:docMk/>
          <pc:sldMk cId="0" sldId="307"/>
        </pc:sldMkLst>
        <pc:spChg chg="mod">
          <ac:chgData name="Giovanni Lion" userId="183babd82b1ba774" providerId="LiveId" clId="{1413FCA3-C609-4375-9B09-27A06CCA11E5}" dt="2026-09-02T19:26:07.647" v="357" actId="1076"/>
          <ac:spMkLst>
            <pc:docMk/>
            <pc:sldMk cId="0" sldId="307"/>
            <ac:spMk id="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5:39.374" v="354" actId="404"/>
          <ac:spMkLst>
            <pc:docMk/>
            <pc:sldMk cId="0" sldId="307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26:11.935" v="358" actId="1076"/>
        <pc:sldMkLst>
          <pc:docMk/>
          <pc:sldMk cId="0" sldId="308"/>
        </pc:sldMkLst>
        <pc:spChg chg="mod">
          <ac:chgData name="Giovanni Lion" userId="183babd82b1ba774" providerId="LiveId" clId="{1413FCA3-C609-4375-9B09-27A06CCA11E5}" dt="2026-09-02T19:26:11.935" v="358" actId="1076"/>
          <ac:spMkLst>
            <pc:docMk/>
            <pc:sldMk cId="0" sldId="308"/>
            <ac:spMk id="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5:43.540" v="355" actId="404"/>
          <ac:spMkLst>
            <pc:docMk/>
            <pc:sldMk cId="0" sldId="308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26:16.005" v="359" actId="1076"/>
        <pc:sldMkLst>
          <pc:docMk/>
          <pc:sldMk cId="0" sldId="309"/>
        </pc:sldMkLst>
        <pc:spChg chg="mod">
          <ac:chgData name="Giovanni Lion" userId="183babd82b1ba774" providerId="LiveId" clId="{1413FCA3-C609-4375-9B09-27A06CCA11E5}" dt="2026-09-02T19:26:16.005" v="359" actId="1076"/>
          <ac:spMkLst>
            <pc:docMk/>
            <pc:sldMk cId="0" sldId="309"/>
            <ac:spMk id="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5:47.217" v="356" actId="404"/>
          <ac:spMkLst>
            <pc:docMk/>
            <pc:sldMk cId="0" sldId="309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645" v="169" actId="27636"/>
          <ac:spMkLst>
            <pc:docMk/>
            <pc:sldMk cId="0" sldId="309"/>
            <ac:spMk id="6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657" v="170" actId="27636"/>
        <pc:sldMkLst>
          <pc:docMk/>
          <pc:sldMk cId="0" sldId="310"/>
        </pc:sldMkLst>
        <pc:spChg chg="mod">
          <ac:chgData name="Giovanni Lion" userId="183babd82b1ba774" providerId="LiveId" clId="{1413FCA3-C609-4375-9B09-27A06CCA11E5}" dt="2026-09-02T19:01:33.657" v="170" actId="27636"/>
          <ac:spMkLst>
            <pc:docMk/>
            <pc:sldMk cId="0" sldId="310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672" v="171" actId="27636"/>
        <pc:sldMkLst>
          <pc:docMk/>
          <pc:sldMk cId="0" sldId="311"/>
        </pc:sldMkLst>
        <pc:spChg chg="mod">
          <ac:chgData name="Giovanni Lion" userId="183babd82b1ba774" providerId="LiveId" clId="{1413FCA3-C609-4375-9B09-27A06CCA11E5}" dt="2026-09-02T19:01:33.672" v="171" actId="27636"/>
          <ac:spMkLst>
            <pc:docMk/>
            <pc:sldMk cId="0" sldId="311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683" v="172" actId="27636"/>
        <pc:sldMkLst>
          <pc:docMk/>
          <pc:sldMk cId="0" sldId="312"/>
        </pc:sldMkLst>
        <pc:spChg chg="mod">
          <ac:chgData name="Giovanni Lion" userId="183babd82b1ba774" providerId="LiveId" clId="{1413FCA3-C609-4375-9B09-27A06CCA11E5}" dt="2026-09-02T19:01:33.683" v="172" actId="27636"/>
          <ac:spMkLst>
            <pc:docMk/>
            <pc:sldMk cId="0" sldId="312"/>
            <ac:spMk id="4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26:57.908" v="370" actId="20577"/>
        <pc:sldMkLst>
          <pc:docMk/>
          <pc:sldMk cId="0" sldId="313"/>
        </pc:sldMkLst>
        <pc:spChg chg="mod">
          <ac:chgData name="Giovanni Lion" userId="183babd82b1ba774" providerId="LiveId" clId="{1413FCA3-C609-4375-9B09-27A06CCA11E5}" dt="2026-09-02T19:01:33.693" v="173" actId="27636"/>
          <ac:spMkLst>
            <pc:docMk/>
            <pc:sldMk cId="0" sldId="313"/>
            <ac:spMk id="4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6:57.908" v="370" actId="20577"/>
          <ac:spMkLst>
            <pc:docMk/>
            <pc:sldMk cId="0" sldId="313"/>
            <ac:spMk id="7" creationId="{00000000-0000-0000-0000-000000000000}"/>
          </ac:spMkLst>
        </pc:spChg>
      </pc:sldChg>
      <pc:sldChg chg="modSp mod modAnim">
        <pc:chgData name="Giovanni Lion" userId="183babd82b1ba774" providerId="LiveId" clId="{1413FCA3-C609-4375-9B09-27A06CCA11E5}" dt="2026-09-02T19:31:21.156" v="470" actId="20577"/>
        <pc:sldMkLst>
          <pc:docMk/>
          <pc:sldMk cId="0" sldId="314"/>
        </pc:sldMkLst>
        <pc:spChg chg="mod">
          <ac:chgData name="Giovanni Lion" userId="183babd82b1ba774" providerId="LiveId" clId="{1413FCA3-C609-4375-9B09-27A06CCA11E5}" dt="2026-09-02T19:01:33.710" v="175" actId="27636"/>
          <ac:spMkLst>
            <pc:docMk/>
            <pc:sldMk cId="0" sldId="314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16" v="177" actId="27636"/>
          <ac:spMkLst>
            <pc:docMk/>
            <pc:sldMk cId="0" sldId="314"/>
            <ac:spMk id="6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30:29.194" v="443" actId="20577"/>
          <ac:spMkLst>
            <pc:docMk/>
            <pc:sldMk cId="0" sldId="314"/>
            <ac:spMk id="7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28:10.512" v="378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12" v="176" actId="27636"/>
          <ac:spMkLst>
            <pc:docMk/>
            <pc:sldMk cId="0" sldId="314"/>
            <ac:spMk id="10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31:21.156" v="470" actId="20577"/>
          <ac:spMkLst>
            <pc:docMk/>
            <pc:sldMk cId="0" sldId="314"/>
            <ac:spMk id="11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730" v="178" actId="27636"/>
        <pc:sldMkLst>
          <pc:docMk/>
          <pc:sldMk cId="0" sldId="315"/>
        </pc:sldMkLst>
        <pc:spChg chg="mod">
          <ac:chgData name="Giovanni Lion" userId="183babd82b1ba774" providerId="LiveId" clId="{1413FCA3-C609-4375-9B09-27A06CCA11E5}" dt="2026-09-02T19:01:33.730" v="178" actId="27636"/>
          <ac:spMkLst>
            <pc:docMk/>
            <pc:sldMk cId="0" sldId="315"/>
            <ac:spMk id="3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750" v="181" actId="27636"/>
        <pc:sldMkLst>
          <pc:docMk/>
          <pc:sldMk cId="0" sldId="316"/>
        </pc:sldMkLst>
        <pc:spChg chg="mod">
          <ac:chgData name="Giovanni Lion" userId="183babd82b1ba774" providerId="LiveId" clId="{1413FCA3-C609-4375-9B09-27A06CCA11E5}" dt="2026-09-02T19:01:33.744" v="179" actId="27636"/>
          <ac:spMkLst>
            <pc:docMk/>
            <pc:sldMk cId="0" sldId="316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46" v="180" actId="27636"/>
          <ac:spMkLst>
            <pc:docMk/>
            <pc:sldMk cId="0" sldId="316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50" v="181" actId="27636"/>
          <ac:spMkLst>
            <pc:docMk/>
            <pc:sldMk cId="0" sldId="316"/>
            <ac:spMk id="14" creationId="{00000000-0000-0000-0000-000000000000}"/>
          </ac:spMkLst>
        </pc:spChg>
      </pc:sldChg>
      <pc:sldChg chg="modSp mod">
        <pc:chgData name="Giovanni Lion" userId="183babd82b1ba774" providerId="LiveId" clId="{1413FCA3-C609-4375-9B09-27A06CCA11E5}" dt="2026-09-02T19:01:33.773" v="185" actId="27636"/>
        <pc:sldMkLst>
          <pc:docMk/>
          <pc:sldMk cId="0" sldId="317"/>
        </pc:sldMkLst>
        <pc:spChg chg="mod">
          <ac:chgData name="Giovanni Lion" userId="183babd82b1ba774" providerId="LiveId" clId="{1413FCA3-C609-4375-9B09-27A06CCA11E5}" dt="2026-09-02T19:01:33.773" v="185" actId="27636"/>
          <ac:spMkLst>
            <pc:docMk/>
            <pc:sldMk cId="0" sldId="317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71" v="184" actId="27636"/>
          <ac:spMkLst>
            <pc:docMk/>
            <pc:sldMk cId="0" sldId="317"/>
            <ac:spMk id="8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69" v="183" actId="27636"/>
          <ac:spMkLst>
            <pc:docMk/>
            <pc:sldMk cId="0" sldId="317"/>
            <ac:spMk id="12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66" v="182" actId="27636"/>
          <ac:spMkLst>
            <pc:docMk/>
            <pc:sldMk cId="0" sldId="317"/>
            <ac:spMk id="16" creationId="{00000000-0000-0000-0000-000000000000}"/>
          </ac:spMkLst>
        </pc:spChg>
      </pc:sldChg>
      <pc:sldChg chg="addSp delSp modSp mod ord">
        <pc:chgData name="Giovanni Lion" userId="183babd82b1ba774" providerId="LiveId" clId="{1413FCA3-C609-4375-9B09-27A06CCA11E5}" dt="2026-09-03T02:28:59.126" v="570"/>
        <pc:sldMkLst>
          <pc:docMk/>
          <pc:sldMk cId="0" sldId="318"/>
        </pc:sldMkLst>
        <pc:spChg chg="mod">
          <ac:chgData name="Giovanni Lion" userId="183babd82b1ba774" providerId="LiveId" clId="{1413FCA3-C609-4375-9B09-27A06CCA11E5}" dt="2026-09-02T19:01:33.783" v="186" actId="27636"/>
          <ac:spMkLst>
            <pc:docMk/>
            <pc:sldMk cId="0" sldId="318"/>
            <ac:spMk id="3" creationId="{00000000-0000-0000-0000-000000000000}"/>
          </ac:spMkLst>
        </pc:spChg>
        <pc:picChg chg="del mod modVis">
          <ac:chgData name="Giovanni Lion" userId="183babd82b1ba774" providerId="LiveId" clId="{1413FCA3-C609-4375-9B09-27A06CCA11E5}" dt="2026-09-03T02:28:59.126" v="570"/>
          <ac:picMkLst>
            <pc:docMk/>
            <pc:sldMk cId="0" sldId="318"/>
            <ac:picMk id="5" creationId="{00000000-0000-0000-0000-000000000000}"/>
          </ac:picMkLst>
        </pc:picChg>
        <pc:picChg chg="add mod ord">
          <ac:chgData name="Giovanni Lion" userId="183babd82b1ba774" providerId="LiveId" clId="{1413FCA3-C609-4375-9B09-27A06CCA11E5}" dt="2026-09-03T02:16:16.349" v="559"/>
          <ac:picMkLst>
            <pc:docMk/>
            <pc:sldMk cId="0" sldId="318"/>
            <ac:picMk id="7" creationId="{443D7E50-4418-93F5-422C-36B52A3E0E90}"/>
          </ac:picMkLst>
        </pc:picChg>
      </pc:sldChg>
      <pc:sldChg chg="modSp mod">
        <pc:chgData name="Giovanni Lion" userId="183babd82b1ba774" providerId="LiveId" clId="{1413FCA3-C609-4375-9B09-27A06CCA11E5}" dt="2026-09-02T19:01:33.797" v="188" actId="27636"/>
        <pc:sldMkLst>
          <pc:docMk/>
          <pc:sldMk cId="0" sldId="319"/>
        </pc:sldMkLst>
        <pc:spChg chg="mod">
          <ac:chgData name="Giovanni Lion" userId="183babd82b1ba774" providerId="LiveId" clId="{1413FCA3-C609-4375-9B09-27A06CCA11E5}" dt="2026-09-02T19:01:33.795" v="187" actId="27636"/>
          <ac:spMkLst>
            <pc:docMk/>
            <pc:sldMk cId="0" sldId="319"/>
            <ac:spMk id="3" creationId="{00000000-0000-0000-0000-000000000000}"/>
          </ac:spMkLst>
        </pc:spChg>
        <pc:spChg chg="mod">
          <ac:chgData name="Giovanni Lion" userId="183babd82b1ba774" providerId="LiveId" clId="{1413FCA3-C609-4375-9B09-27A06CCA11E5}" dt="2026-09-02T19:01:33.797" v="188" actId="27636"/>
          <ac:spMkLst>
            <pc:docMk/>
            <pc:sldMk cId="0" sldId="31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65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Say the course code and that this is the lecture half; tutorial follows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stops. Point out the two interactive moments and the tutorial block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word cloud. One word each. Leave it on screen for a minute, then read the biggest words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Economics background, no CS. The reason to code is to make things that cannot be made another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Hanson Robotics 2017-2019. Cable knocked out before a show for thousands. It rebooted; the show went on. Point: things break, you keep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two. Who are you? Two questions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multiple choice. Show the split, no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Arendt, The Human Condition, 1958. Art keeps a subjective view alive.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multiple choice. Then show two Nake pieces and let them decide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1965. A program drew this. It hangs in the V&amp;A.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1966. Same idea: a rule, run many times, with a little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a few minutes of Dylan Beattie's talk. This is the reference for assignment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Georg Nees, 1968. 12 across, 22 down. One rule: rotate and shift each row a little more. In the tutorial you change that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Designers: creative, but they answer to data and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Babbage's Analytical Engine, 1837 onwards. Brass and steel, cut by hand by craftsmen. A computer is a physical, tangible machine — and this one was never finished. Ada Lovelace wrote a program for it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G, 1843: the first published algorithm, written for a machine that was never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manifesto, 2001. Craft: individuals, working software, collaboration, responding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want to change how people think and act. Code is one more way to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 Ihde: a tool is never neutral. It changes how we see. Code is a tool like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word cloud to close. One word: what do you want to make with code this semester?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loop out loud. Too easy: find a harder problem. Too hard: upgrade a skill or simplify. Then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parts. The group project is the big one. Participation means: come, or tell us before you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assignments, all as GitHub repos. Dates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video. Programmers are not smarter — they are used to being wrong and trying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three. Turing, 1936: On Computable Numbers. Every computer you own is one of these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program reads a state, applies instructions, writes a new state. That is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to expect. Infinite loops are not a failure of character — they are a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does the steps, RAM holds what is running, disk keeps it when the power goes. Every program is a process managed by the OS — except the OS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Pistachio: the kernel is the nut, the shell is what you touch. A terminal is a shell you type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type a command, the shell looks in the folders listed in PATH. If it's not there: command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 managers. Set one up in the tutorial; it saves hours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five. A language is an agreement about how to write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Compiled: translate the whole thing first, then run. Interpreted: read one line, do it, next line. Python is interpreted.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building blocks. You will see all of them in the first tutorial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six. Python: a program that reads text and executes it, following Python's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facts. Indentation is not decoration — it is the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import this in Python. Read two or three lines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multiple choice. Answer: interpreted.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seven. Three tools: something to run Python, something to edit it, something to track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Python any way you like; scoop/brew is easiest. VS Code is the easy editor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tracks changes on your machine. GitHub hosts them online. Register with your PolyU email for the education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 a bug or want a feature? Open an issue. Want to change code? Fork, commit, open a pull request. Accepted PRs get merged.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for the course lives here. Fork it in the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end of week 2. A public repo, not a PDF. README is the essay; PROCESS.md says how AI was used. Submit the URL on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high-level tasks. Everything else is breaking these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Hong Kong tides. Pick a phenomenon, find who publishes the data, then the real problem: find the pattern in a web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Each step has an input and an output. Requests for http, lxml for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Caching logic. Check first, then decide. This is the first if/else you will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Precrastinators: install Python, clone the repo, run the code, adapt it to your website. Due Sun 27 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multiple choice. Only the 15:30 group in V1102 is laptop-based. Count the yeses to size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groups. Three on university PCs in V915, one laptop group in V1102.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things to leave with today. Everything can be done inside VS Code; the terminal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minute, silent, paper. One concrete object the course mark could be built from. Not an adjective.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in pairs. Two answers in, one out. The dropped idea's owner says in one line what was good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minutes in fours. The twist: it must work at 16 pixels — the favicon and the GitHub avatar. One person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ClassPoint short answer. Scribes only, one line per four. These go into a design tool on the projector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minutes, no software. The room agreed on an object, what survives, and one thing it must never be. Everything after this is craft.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Tutorial half. Tasks are marked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commits become your portfolio. Register with the student email for GitHub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tasks now. GitHub with MFA. Then pfad.ait4x.org: sign in with GitHub, enter the last 4 digits and letter of your student ID. Public profile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VS Code, sign in with GitHub, open Copilot chat in agent mode. Ask it to install git, clone the repo, open the folder. Restart VS Code after installing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install needed: a VS Code in the browser. Create a codespace, assign the repo. Stop it when done — it uses your free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cannot push to the course repo. Make your own on github.com — Copilot cannot do this for you — then push your sketch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more? Code Schotter with your own number. See you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668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40">
                <a:solidFill>
                  <a:srgbClr val="B3B7BE"/>
                </a:solidFill>
                <a:latin typeface="JetBrains Mono"/>
              </a:defRPr>
            </a:lvl1pPr>
          </a:lstStyle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>
          <a:xfrm>
            <a:off x="762000" y="3937000"/>
            <a:ext cx="10668000" cy="190500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marL="0" indent="0">
              <a:lnSpc>
                <a:spcPct val="88000"/>
              </a:lnSpc>
              <a:buNone/>
              <a:defRPr sz="11250" b="1" cap="none" spc="0">
                <a:solidFill>
                  <a:srgbClr val="FFFFFF"/>
                </a:solidFill>
                <a:latin typeface="Inter Black"/>
              </a:defRPr>
            </a:lvl1pPr>
          </a:lstStyle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>
          <a:xfrm>
            <a:off x="762000" y="59690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2700" b="0" cap="none" spc="0">
                <a:solidFill>
                  <a:srgbClr val="D3E7E8"/>
                </a:solidFill>
                <a:latin typeface="Int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band">
    <p:bg>
      <p:bgPr>
        <a:solidFill>
          <a:srgbClr val="943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668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40">
                <a:solidFill>
                  <a:srgbClr val="F2ECF5"/>
                </a:solidFill>
                <a:latin typeface="JetBrains Mono"/>
              </a:defRPr>
            </a:lvl1pPr>
          </a:lstStyle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10668000" cy="190500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marL="0" indent="0">
              <a:lnSpc>
                <a:spcPct val="88000"/>
              </a:lnSpc>
              <a:buNone/>
              <a:defRPr sz="9750" b="1" cap="none" spc="0">
                <a:solidFill>
                  <a:srgbClr val="FFFFFF"/>
                </a:solidFill>
                <a:latin typeface="Inter Black"/>
              </a:defRPr>
            </a:lvl1pPr>
          </a:lstStyle>
          <a:p>
            <a:endParaRPr/>
          </a:p>
        </p:txBody>
      </p:sp>
      <p:sp>
        <p:nvSpPr>
          <p:cNvPr id="4" name="Kicker"/>
          <p:cNvSpPr>
            <a:spLocks noGrp="1"/>
          </p:cNvSpPr>
          <p:nvPr>
            <p:ph type="body" idx="1"/>
          </p:nvPr>
        </p:nvSpPr>
        <p:spPr>
          <a:xfrm>
            <a:off x="762000" y="59690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all" spc="340">
                <a:solidFill>
                  <a:srgbClr val="F2ECF5"/>
                </a:solidFill>
                <a:latin typeface="JetBrains Mon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—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40">
                <a:solidFill>
                  <a:srgbClr val="5C6470"/>
                </a:solidFill>
                <a:latin typeface="JetBrains Mono"/>
              </a:defRPr>
            </a:lvl1pPr>
          </a:lstStyle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62000" y="1168400"/>
            <a:ext cx="10668000" cy="889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95000"/>
              </a:lnSpc>
              <a:buNone/>
              <a:defRPr sz="5400" b="1" cap="none" spc="0">
                <a:solidFill>
                  <a:srgbClr val="000B1C"/>
                </a:solidFill>
                <a:latin typeface="Inter ExtraBold"/>
              </a:defRPr>
            </a:lvl1pPr>
          </a:lstStyle>
          <a:p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762000" y="2362200"/>
            <a:ext cx="10668000" cy="3987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40000"/>
              </a:lnSpc>
              <a:buNone/>
              <a:defRPr sz="2700" b="0" cap="none" spc="0">
                <a:solidFill>
                  <a:srgbClr val="2A323D"/>
                </a:solidFill>
                <a:latin typeface="Int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— ink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40">
                <a:solidFill>
                  <a:srgbClr val="B3B7BE"/>
                </a:solidFill>
                <a:latin typeface="JetBrains Mono"/>
              </a:defRPr>
            </a:lvl1pPr>
          </a:lstStyle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62000" y="1168400"/>
            <a:ext cx="10668000" cy="127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90000"/>
              </a:lnSpc>
              <a:buNone/>
              <a:defRPr sz="8250" b="1" cap="none" spc="0">
                <a:solidFill>
                  <a:srgbClr val="FFFFFF"/>
                </a:solidFill>
                <a:latin typeface="Inter Black"/>
              </a:defRPr>
            </a:lvl1pPr>
          </a:lstStyle>
          <a:p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762000" y="2730500"/>
            <a:ext cx="10668000" cy="3619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40000"/>
              </a:lnSpc>
              <a:buNone/>
              <a:defRPr sz="2700" b="0" cap="none" spc="0">
                <a:solidFill>
                  <a:srgbClr val="D3E7E8"/>
                </a:solidFill>
                <a:latin typeface="Int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40">
                <a:solidFill>
                  <a:srgbClr val="5C6470"/>
                </a:solidFill>
                <a:latin typeface="JetBrains Mono"/>
              </a:defRPr>
            </a:lvl1pPr>
          </a:lstStyle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62000" y="1168400"/>
            <a:ext cx="50800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95000"/>
              </a:lnSpc>
              <a:buNone/>
              <a:defRPr sz="5400" b="1" cap="none" spc="0">
                <a:solidFill>
                  <a:srgbClr val="000B1C"/>
                </a:solidFill>
                <a:latin typeface="Inter ExtraBold"/>
              </a:defRPr>
            </a:lvl1pPr>
          </a:lstStyle>
          <a:p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762000" y="3048000"/>
            <a:ext cx="5080000" cy="330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40000"/>
              </a:lnSpc>
              <a:buNone/>
              <a:defRPr sz="2700" b="0" cap="none" spc="0">
                <a:solidFill>
                  <a:srgbClr val="2A323D"/>
                </a:solidFill>
                <a:latin typeface="Inter"/>
              </a:defRPr>
            </a:lvl1pPr>
          </a:lstStyle>
          <a:p>
            <a:endParaRPr dirty="0"/>
          </a:p>
        </p:txBody>
      </p:sp>
      <p:sp>
        <p:nvSpPr>
          <p:cNvPr id="5" name="Picture"/>
          <p:cNvSpPr>
            <a:spLocks noGrp="1"/>
          </p:cNvSpPr>
          <p:nvPr>
            <p:ph type="pic" idx="2"/>
          </p:nvPr>
        </p:nvSpPr>
        <p:spPr>
          <a:xfrm>
            <a:off x="6350000" y="1168400"/>
            <a:ext cx="5080000" cy="5181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spc="0">
                <a:solidFill>
                  <a:srgbClr val="5C6470"/>
                </a:solidFill>
                <a:latin typeface="Int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0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40">
                <a:solidFill>
                  <a:srgbClr val="5C6470"/>
                </a:solidFill>
                <a:latin typeface="JetBrains Mono"/>
              </a:defRPr>
            </a:lvl1pPr>
          </a:lstStyle>
          <a:p>
            <a:endParaRPr/>
          </a:p>
        </p:txBody>
      </p:sp>
      <p:sp>
        <p:nvSpPr>
          <p:cNvPr id="3" name="Question"/>
          <p:cNvSpPr>
            <a:spLocks noGrp="1"/>
          </p:cNvSpPr>
          <p:nvPr>
            <p:ph type="title"/>
          </p:nvPr>
        </p:nvSpPr>
        <p:spPr>
          <a:xfrm>
            <a:off x="762000" y="1905000"/>
            <a:ext cx="10668000" cy="241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90000"/>
              </a:lnSpc>
              <a:buNone/>
              <a:defRPr sz="9000" b="1" cap="none" spc="0">
                <a:solidFill>
                  <a:srgbClr val="000B1C"/>
                </a:solidFill>
                <a:latin typeface="Inter Black"/>
              </a:defRPr>
            </a:lvl1pPr>
          </a:lstStyle>
          <a:p>
            <a:endParaRPr/>
          </a:p>
        </p:txBody>
      </p:sp>
      <p:sp>
        <p:nvSpPr>
          <p:cNvPr id="4" name="Choices"/>
          <p:cNvSpPr>
            <a:spLocks noGrp="1"/>
          </p:cNvSpPr>
          <p:nvPr>
            <p:ph type="body" idx="1"/>
          </p:nvPr>
        </p:nvSpPr>
        <p:spPr>
          <a:xfrm>
            <a:off x="762000" y="4572000"/>
            <a:ext cx="8255000" cy="127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30000"/>
              </a:lnSpc>
              <a:buNone/>
              <a:defRPr sz="2700" b="0" cap="none" spc="0">
                <a:solidFill>
                  <a:srgbClr val="000B1C"/>
                </a:solidFill>
                <a:latin typeface="Int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168400"/>
            <a:ext cx="10668000" cy="889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95000"/>
              </a:lnSpc>
              <a:buNone/>
              <a:defRPr sz="5400" b="1" cap="none" spc="0">
                <a:solidFill>
                  <a:srgbClr val="000B1C"/>
                </a:solidFill>
                <a:latin typeface="Inter ExtraBold"/>
              </a:defRPr>
            </a:lvl1pPr>
          </a:lstStyle>
          <a:p>
            <a:endParaRPr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762000" y="2362200"/>
            <a:ext cx="10668000" cy="3987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40000"/>
              </a:lnSpc>
              <a:buNone/>
              <a:defRPr sz="2700" b="0" cap="none" spc="0">
                <a:solidFill>
                  <a:srgbClr val="2A323D"/>
                </a:solidFill>
                <a:latin typeface="Inter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buNone/>
        <a:defRPr sz="5400" b="1">
          <a:solidFill>
            <a:srgbClr val="000B1C"/>
          </a:solidFill>
          <a:latin typeface="Inter ExtraBold"/>
        </a:defRPr>
      </a:lvl1pPr>
    </p:titleStyle>
    <p:bodyStyle>
      <a:lvl1pPr marL="0" indent="0" algn="l">
        <a:buNone/>
        <a:defRPr sz="2700">
          <a:solidFill>
            <a:srgbClr val="2A323D"/>
          </a:solidFill>
          <a:latin typeface="Inter"/>
        </a:defRPr>
      </a:lvl1pPr>
    </p:bodyStyle>
    <p:otherStyle>
      <a:lvl1pPr marL="0" indent="0" algn="l">
        <a:buNone/>
        <a:defRPr sz="2700">
          <a:solidFill>
            <a:srgbClr val="000B1C"/>
          </a:solidFill>
          <a:latin typeface="Inter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file:///C:\Program%20Files\Inknoe%20ClassPoint%202\Images\sa_green.png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file:///C:\Program%20Files\Inknoe%20ClassPoint%202\Images\mc_green.png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file:///C:\Program%20Files\Inknoe%20ClassPoint%202\Images\mc_green.png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avJHaC3C2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pository.ou.edu/uuid/6235e086-c11a-56f6-b50d-1b1f5aaa3f5e#page/58/mode/1up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twente.nl/en/psts/documents/ihde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file:///C:\Program%20Files\Inknoe%20ClassPoint%202\Images\wc_green.png" TargetMode="Externa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o63D0-_x2k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ondmathsoc.onlinelibrary.wiley.com/doi/epdf/10.1112/plms/s2-42.1.230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m.org/" TargetMode="External"/><Relationship Id="rId3" Type="http://schemas.openxmlformats.org/officeDocument/2006/relationships/hyperlink" Target="https://www.python.org/downloads/" TargetMode="External"/><Relationship Id="rId7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pyenv-win/pyenv-win" TargetMode="External"/><Relationship Id="rId5" Type="http://schemas.openxmlformats.org/officeDocument/2006/relationships/hyperlink" Target="https://github.com/pyenv/pyenv" TargetMode="External"/><Relationship Id="rId4" Type="http://schemas.openxmlformats.org/officeDocument/2006/relationships/hyperlink" Target="https://www.anaconda.com/" TargetMode="External"/><Relationship Id="rId9" Type="http://schemas.openxmlformats.org/officeDocument/2006/relationships/hyperlink" Target="https://neovim.io/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git-scm.com/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git-guides" TargetMode="External"/><Relationship Id="rId5" Type="http://schemas.openxmlformats.org/officeDocument/2006/relationships/hyperlink" Target="https://github.com/settings/education/benefits" TargetMode="External"/><Relationship Id="rId4" Type="http://schemas.openxmlformats.org/officeDocument/2006/relationships/hyperlink" Target="https://github.com/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5913/pfad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d5913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ko.gov.hk/en/tide/ttext.htm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requests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xml.de/parsing.html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file:///C:\Program%20Files\Inknoe%20ClassPoint%202\Images\mc_green.png" TargetMode="Externa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enetanji/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fad.ait4x.org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-scm.com/downloads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espaces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536448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POLYU SCHOOL OF DESIGN · SD5913 · WEEK 01 · LECTURE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5974080"/>
            <a:ext cx="16049774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687"/>
              </a:lnSpc>
              <a:buNone/>
            </a:pPr>
            <a:r>
              <a:rPr lang="en-US" sz="11250" b="1" kern="0" spc="-506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Programming for artists and designers </a:t>
            </a:r>
            <a:r>
              <a:rPr lang="en-US" sz="11250" b="1" kern="0" spc="-506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.</a:t>
            </a:r>
            <a:endParaRPr lang="en-US" sz="11250" dirty="0"/>
          </a:p>
        </p:txBody>
      </p:sp>
      <p:sp>
        <p:nvSpPr>
          <p:cNvPr id="5" name="Text 2"/>
          <p:cNvSpPr/>
          <p:nvPr/>
        </p:nvSpPr>
        <p:spPr>
          <a:xfrm>
            <a:off x="1143000" y="9022089"/>
            <a:ext cx="2217432" cy="541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132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pfad a t4</a:t>
            </a:r>
            <a:r>
              <a:rPr lang="en-US" sz="3300" b="1" kern="0" spc="-132" dirty="0">
                <a:solidFill>
                  <a:srgbClr val="ED6D2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x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3463647" y="9121150"/>
            <a:ext cx="26052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PFAD.AIT4X.ORG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SD5913 · WEEK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Today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3949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143000" y="303276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29740" y="2956560"/>
            <a:ext cx="295164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are we here?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0" y="353949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9525000" y="303276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111740" y="2956560"/>
            <a:ext cx="398904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languages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449199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1143000" y="398526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29740" y="3909060"/>
            <a:ext cx="215194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are we?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525000" y="449199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9525000" y="398526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111740" y="3909060"/>
            <a:ext cx="1138118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143000" y="544449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1143000" y="493776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29740" y="4861560"/>
            <a:ext cx="183186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Computers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525000" y="5447429"/>
            <a:ext cx="7620000" cy="9525"/>
          </a:xfrm>
          <a:prstGeom prst="rect">
            <a:avLst/>
          </a:prstGeom>
          <a:solidFill>
            <a:srgbClr val="E1E1DE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0" name="Text 18"/>
          <p:cNvSpPr/>
          <p:nvPr/>
        </p:nvSpPr>
        <p:spPr>
          <a:xfrm>
            <a:off x="9525000" y="494070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111740" y="4864499"/>
            <a:ext cx="260392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for the job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143000" y="6399930"/>
            <a:ext cx="7620000" cy="9525"/>
          </a:xfrm>
          <a:prstGeom prst="rect">
            <a:avLst/>
          </a:prstGeom>
          <a:solidFill>
            <a:srgbClr val="E1E1DE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1143000" y="5893200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729740" y="5817000"/>
            <a:ext cx="157162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Programs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9525000" y="6414364"/>
            <a:ext cx="7620000" cy="9525"/>
          </a:xfrm>
          <a:prstGeom prst="rect">
            <a:avLst/>
          </a:prstGeom>
          <a:solidFill>
            <a:srgbClr val="E1E1DE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6" name="Text 24"/>
          <p:cNvSpPr/>
          <p:nvPr/>
        </p:nvSpPr>
        <p:spPr>
          <a:xfrm>
            <a:off x="9525000" y="5907634"/>
            <a:ext cx="396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ED6D24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111740" y="5831434"/>
            <a:ext cx="421824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Assignments and tutorials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06165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QUESTION · WORD CLOUD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291965"/>
            <a:ext cx="1399807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292"/>
              </a:lnSpc>
              <a:buNone/>
            </a:pPr>
            <a:r>
              <a:rPr lang="en-US" sz="10500" b="1" kern="0" spc="-472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Why are we here</a:t>
            </a:r>
            <a:r>
              <a:rPr lang="en-US" sz="10500" b="1" kern="0" spc="-472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?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1142999" y="5873115"/>
            <a:ext cx="9791163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sentence.</a:t>
            </a:r>
            <a:b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programming course for art and design?</a:t>
            </a:r>
            <a:endParaRPr lang="en-US" sz="2700" dirty="0"/>
          </a:p>
        </p:txBody>
      </p:sp>
      <p:pic>
        <p:nvPicPr>
          <p:cNvPr id="8" name="btnInknoeActivityCp2">
            <a:extLst>
              <a:ext uri="{FF2B5EF4-FFF2-40B4-BE49-F238E27FC236}">
                <a16:creationId xmlns:a16="http://schemas.microsoft.com/office/drawing/2014/main" id="{BBD8C7CA-001A-2951-6B19-FF3F6FC6DA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3474536" y="8243661"/>
            <a:ext cx="3333071" cy="871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99847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WHO IS TEACHING YOU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608070"/>
            <a:ext cx="784860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 came to this from economics.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215890"/>
            <a:ext cx="6498028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" pitchFamily="34" charset="-120"/>
              </a:rPr>
              <a:t>No computer science degree. I learned to code because </a:t>
            </a:r>
            <a:r>
              <a:rPr lang="en-US" sz="2700" b="1" dirty="0">
                <a:solidFill>
                  <a:srgbClr val="2A323D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" pitchFamily="34" charset="-120"/>
              </a:rPr>
              <a:t>I wanted to make things </a:t>
            </a:r>
            <a:r>
              <a:rPr lang="en-US" sz="2700" dirty="0">
                <a:solidFill>
                  <a:srgbClr val="2A323D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" pitchFamily="34" charset="-120"/>
              </a:rPr>
              <a:t>that could not be made any other way.</a:t>
            </a:r>
            <a:endParaRPr lang="en-US" sz="27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6960870"/>
            <a:ext cx="83820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is still the only reason I use it.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010366"/>
            <a:ext cx="7824216" cy="607314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9989820" y="2647950"/>
            <a:ext cx="735939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702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what I made with it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89820" y="3626135"/>
            <a:ext cx="689107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702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Musical Fruitstand — fruit you can play. No screen.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89820" y="5024536"/>
            <a:ext cx="71551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702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A-Eye — the audience, repainted live at M+.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989820" y="6207968"/>
            <a:ext cx="71551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702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Featherman — a mobile game, with WWF Mai Po.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989820" y="7391400"/>
            <a:ext cx="735939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702"/>
              </a:lnSpc>
              <a:buNone/>
            </a:pP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giovannilion.link — later, not now.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23235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2017–2019 · HANSON ROBOTICS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709035"/>
            <a:ext cx="11769834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48"/>
              </a:lnSpc>
              <a:buNone/>
            </a:pPr>
            <a:r>
              <a:rPr lang="en-US" sz="8250" b="1" kern="0" spc="-37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robot rebooted minutes before the cue.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5975985"/>
            <a:ext cx="8664119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was Sophia's operator for two years. Someone knocked out a power cable during setup, in front of thousands of people. It came back. The show went on.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43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99516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WHO ARE WE?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7746649"/>
            <a:ext cx="17602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687"/>
              </a:lnSpc>
              <a:buNone/>
            </a:pPr>
            <a:r>
              <a:rPr lang="en-US" sz="11250" b="1" kern="0" spc="-506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Artists and designers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143000" y="9166860"/>
            <a:ext cx="176022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YOUR X?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7378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· MULTIPLE CHOICE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35780"/>
            <a:ext cx="176022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86"/>
              </a:lnSpc>
              <a:buNone/>
            </a:pPr>
            <a:r>
              <a:rPr lang="en-US" sz="9000" b="1" kern="0" spc="-405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Are you an artist or a designer</a:t>
            </a:r>
            <a:r>
              <a:rPr lang="en-US" sz="9000" b="1" kern="0" spc="-405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?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143000" y="5821680"/>
            <a:ext cx="3975021" cy="10439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93520" y="6195060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3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82140" y="6134100"/>
            <a:ext cx="8661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346621" y="5821680"/>
            <a:ext cx="3975140" cy="10439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5697141" y="6195060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3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85761" y="6134100"/>
            <a:ext cx="146239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50361" y="5825025"/>
            <a:ext cx="3975140" cy="1043940"/>
          </a:xfrm>
          <a:prstGeom prst="rect">
            <a:avLst/>
          </a:prstGeom>
          <a:ln w="7620">
            <a:solidFill>
              <a:srgbClr val="E1E1DE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9900881" y="6198405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389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9501" y="6137445"/>
            <a:ext cx="24129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/ not sure</a:t>
            </a:r>
            <a:endParaRPr lang="en-US" sz="2700" dirty="0"/>
          </a:p>
        </p:txBody>
      </p:sp>
      <p:pic>
        <p:nvPicPr>
          <p:cNvPr id="15" name="btnInknoeActivityCp2">
            <a:extLst>
              <a:ext uri="{FF2B5EF4-FFF2-40B4-BE49-F238E27FC236}">
                <a16:creationId xmlns:a16="http://schemas.microsoft.com/office/drawing/2014/main" id="{CD5ABE8D-7C7E-7A9B-6809-EA89CDE41F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5303953" y="9197986"/>
            <a:ext cx="2222048" cy="58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7373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228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ARTISTS?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35730"/>
            <a:ext cx="10334766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2090"/>
              </a:lnSpc>
              <a:buNone/>
            </a:pPr>
            <a:r>
              <a:rPr lang="en-US" sz="6600" b="1" kern="0" spc="-231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“…a subjective perspective that reminds us of the human condition.”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6907530"/>
            <a:ext cx="176022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228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Hannah Arendt, 1958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3091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· MULTIPLE CHOICE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292918"/>
            <a:ext cx="1760220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617"/>
              </a:lnSpc>
              <a:buNone/>
            </a:pPr>
            <a:r>
              <a:rPr lang="en-US" sz="9750" b="1" kern="0" spc="-439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Is programming an art</a:t>
            </a:r>
            <a:r>
              <a:rPr lang="en-US" sz="9750" b="1" kern="0" spc="-439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?</a:t>
            </a:r>
            <a:endParaRPr lang="en-US" sz="9750" dirty="0"/>
          </a:p>
        </p:txBody>
      </p:sp>
      <p:sp>
        <p:nvSpPr>
          <p:cNvPr id="4" name="Shape 2"/>
          <p:cNvSpPr/>
          <p:nvPr/>
        </p:nvSpPr>
        <p:spPr>
          <a:xfrm>
            <a:off x="1143000" y="5864543"/>
            <a:ext cx="3975021" cy="10439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93520" y="6237923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3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82140" y="6176963"/>
            <a:ext cx="6097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346621" y="5864543"/>
            <a:ext cx="3975140" cy="10439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5697141" y="6237923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3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85761" y="6176963"/>
            <a:ext cx="50792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50361" y="5867882"/>
            <a:ext cx="3975140" cy="1043940"/>
          </a:xfrm>
          <a:prstGeom prst="rect">
            <a:avLst/>
          </a:prstGeom>
          <a:ln w="7620">
            <a:solidFill>
              <a:srgbClr val="E1E1DE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9900881" y="6241262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389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9501" y="6180302"/>
            <a:ext cx="14115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can be</a:t>
            </a:r>
            <a:endParaRPr lang="en-US" sz="2700" dirty="0"/>
          </a:p>
        </p:txBody>
      </p:sp>
      <p:pic>
        <p:nvPicPr>
          <p:cNvPr id="15" name="btnInknoeActivityCp2">
            <a:extLst>
              <a:ext uri="{FF2B5EF4-FFF2-40B4-BE49-F238E27FC236}">
                <a16:creationId xmlns:a16="http://schemas.microsoft.com/office/drawing/2014/main" id="{9AFBBF64-86AC-FE7A-8669-65856AFE06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5303953" y="9197986"/>
            <a:ext cx="2222048" cy="58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499" y="1355527"/>
            <a:ext cx="7635121" cy="7728347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35499" y="1355527"/>
            <a:ext cx="7635121" cy="7728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0" y="4101465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FRIEDER NAKE · 1965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25000" y="4672965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Homage to Paul Klee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525000" y="5591251"/>
            <a:ext cx="78486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Screenprint on paper, 49.2 × 49.2 cm. Victoria and Albert Museum.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288155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FRIEDER NAKE · 1966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859655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Walk-through-Raster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777865"/>
            <a:ext cx="8382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2, 1–4. C-type print, Germany.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641331" y="2554605"/>
            <a:ext cx="5387340" cy="533019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0641331" y="2554605"/>
            <a:ext cx="5387340" cy="5330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19512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TALK · DYLAN BEATTIE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29113"/>
            <a:ext cx="83820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48"/>
              </a:lnSpc>
              <a:buNone/>
            </a:pPr>
            <a:r>
              <a:rPr lang="en-US" sz="8250" b="1" kern="0" spc="-37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Art of Code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5576888"/>
            <a:ext cx="6014347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Inspiration for assignment 1.</a:t>
            </a:r>
            <a:endParaRPr lang="en-US" sz="27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1143000" y="6361748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64C2C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youtube.com/watch?v=6avJHaC3C2U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073241"/>
            <a:ext cx="7620000" cy="4292918"/>
          </a:xfrm>
          <a:prstGeom prst="rect">
            <a:avLst/>
          </a:prstGeom>
          <a:solidFill>
            <a:srgbClr val="1F2832"/>
          </a:solidFill>
          <a:ln w="762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Shape 5"/>
          <p:cNvSpPr/>
          <p:nvPr/>
        </p:nvSpPr>
        <p:spPr>
          <a:xfrm>
            <a:off x="12763500" y="4648200"/>
            <a:ext cx="1143000" cy="1143000"/>
          </a:xfrm>
          <a:prstGeom prst="ellipse">
            <a:avLst/>
          </a:prstGeom>
          <a:solidFill>
            <a:srgbClr val="ED6D2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13182600" y="4975860"/>
            <a:ext cx="419100" cy="48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12695"/>
            <a:ext cx="79828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GEORG NEES · SCHOTTER · 1968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122295"/>
            <a:ext cx="7982808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One rule. One number.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078605"/>
            <a:ext cx="6064883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squares across, 22 down. The top row is perfect. Every row after it is rotated and moved a little more, until the bottom is rubble.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6303645"/>
            <a:ext cx="6064883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tutorial you change that number and watch it become a different picture.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7568565"/>
            <a:ext cx="798280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chaos = 0.8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813138" y="1123950"/>
            <a:ext cx="4680823" cy="819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3138" y="1123950"/>
            <a:ext cx="4680823" cy="819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81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228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DESIGNERS?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43400"/>
            <a:ext cx="10334766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90"/>
              </a:lnSpc>
              <a:buNone/>
            </a:pPr>
            <a:r>
              <a:rPr lang="en-US" sz="6600" b="1" kern="0" spc="-231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…a creative perspective that is data-driven and user-centric.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22222" r="22222"/>
          <a:stretch/>
        </p:blipFill>
        <p:spPr>
          <a:xfrm>
            <a:off x="0" y="0"/>
            <a:ext cx="1015996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21960" y="2179320"/>
            <a:ext cx="68452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CHARLES BABBAGE · 1837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921960" y="2788920"/>
            <a:ext cx="6409608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Analytical Engine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0921960" y="4396740"/>
            <a:ext cx="6409608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computer is a physical thing. Brass, steel and gears, cut by hand by craftsmen.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921960" y="6145060"/>
            <a:ext cx="6409608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one was designed but never finished. Someone wrote a program for it anyway.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921960" y="7905474"/>
            <a:ext cx="684521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5C6470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model, Science Museum, London.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380" y="1402080"/>
            <a:ext cx="7635240" cy="76352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5380" y="1402080"/>
            <a:ext cx="7635240" cy="7635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0" y="3442335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1843 · NOTE 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25000" y="4013835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Ada Lovelace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525000" y="4932045"/>
            <a:ext cx="5198471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Wrote the first program — for Babbage's Analytical Engine, a computer that did not exist yet.</a:t>
            </a:r>
            <a:endParaRPr lang="en-US" sz="2700" dirty="0"/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9525000" y="6638925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Sketch of the Analytical Engine, Note G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AGILEMANIFESTO.ORG · 2001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 programming a craft?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937510"/>
            <a:ext cx="7620000" cy="1524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143000" y="3219450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Individuals and interactions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3741420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processes and tools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0" y="2937510"/>
            <a:ext cx="7620000" cy="1524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9525000" y="3219450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software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0" y="3741420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comprehensive documentation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586367"/>
            <a:ext cx="7620000" cy="15240"/>
          </a:xfrm>
          <a:prstGeom prst="rect">
            <a:avLst/>
          </a:prstGeom>
          <a:solidFill>
            <a:srgbClr val="000B1C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1143000" y="4868307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collaboration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43000" y="5390277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contract negotiation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0" y="4600796"/>
            <a:ext cx="7620000" cy="15240"/>
          </a:xfrm>
          <a:prstGeom prst="rect">
            <a:avLst/>
          </a:prstGeom>
          <a:solidFill>
            <a:srgbClr val="000B1C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9525000" y="4882736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000B1C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Responding to change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25000" y="5404706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5C6470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following a plan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943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8481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 AND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533900"/>
            <a:ext cx="12839819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4586"/>
              </a:lnSpc>
              <a:buNone/>
            </a:pPr>
            <a:r>
              <a:rPr lang="en-US" sz="9000" b="1" kern="0" spc="-405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Both want to change attitudes and behaviour.</a:t>
            </a:r>
            <a:endParaRPr lang="en-US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85185"/>
            <a:ext cx="75102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CULTURE AND TECHNOLOGY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94785"/>
            <a:ext cx="7510272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Mediated perception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951095"/>
            <a:ext cx="6064883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do not exist “in themselves.” They exist in relation to people and culture.</a:t>
            </a:r>
            <a:endParaRPr lang="en-US" sz="27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1143000" y="6696075"/>
            <a:ext cx="75102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Don Ihde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732520" y="4171950"/>
            <a:ext cx="2095500" cy="2095500"/>
          </a:xfrm>
          <a:prstGeom prst="ellipse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8694420" y="4171950"/>
            <a:ext cx="21717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828020" y="5210175"/>
            <a:ext cx="1047750" cy="1905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11875770" y="4171950"/>
            <a:ext cx="2095500" cy="2095500"/>
          </a:xfrm>
          <a:prstGeom prst="rect">
            <a:avLst/>
          </a:prstGeom>
          <a:solidFill>
            <a:srgbClr val="943890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11837670" y="4171950"/>
            <a:ext cx="21717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971270" y="5210175"/>
            <a:ext cx="1047750" cy="1905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2" name="Shape 10"/>
          <p:cNvSpPr/>
          <p:nvPr/>
        </p:nvSpPr>
        <p:spPr>
          <a:xfrm>
            <a:off x="15019020" y="4156710"/>
            <a:ext cx="2125980" cy="21259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14996160" y="4171950"/>
            <a:ext cx="21717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world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45186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· WORD CLOUD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137660"/>
            <a:ext cx="17602200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794"/>
              </a:lnSpc>
              <a:buNone/>
            </a:pPr>
            <a:r>
              <a:rPr lang="en-US" sz="13500" b="1" kern="0" spc="-675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What's your </a:t>
            </a:r>
            <a:r>
              <a:rPr lang="en-US" sz="13500" b="1" kern="0" spc="-675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X</a:t>
            </a:r>
            <a:r>
              <a:rPr lang="en-US" sz="13500" b="1" kern="0" spc="-675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?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1143000" y="6027420"/>
            <a:ext cx="736444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word. What do you want to make with code this semester?</a:t>
            </a:r>
            <a:endParaRPr lang="en-US" sz="2700" dirty="0"/>
          </a:p>
        </p:txBody>
      </p:sp>
      <p:pic>
        <p:nvPicPr>
          <p:cNvPr id="7" name="btnInknoeActivityCp2">
            <a:extLst>
              <a:ext uri="{FF2B5EF4-FFF2-40B4-BE49-F238E27FC236}">
                <a16:creationId xmlns:a16="http://schemas.microsoft.com/office/drawing/2014/main" id="{443D7E50-4418-93F5-422C-36B52A3E0E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5303953" y="9197986"/>
            <a:ext cx="2222048" cy="58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30893"/>
            <a:ext cx="69849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TO SURVIVE THE SEMESTER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40493"/>
            <a:ext cx="698495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48"/>
              </a:lnSpc>
              <a:buNone/>
            </a:pPr>
            <a:r>
              <a:rPr lang="en-US" sz="8250" b="1" kern="0" spc="-37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Stay in flow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5188268"/>
            <a:ext cx="4765204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Bored? Find a harder problem. Anxious? Learn a skill, or make the problem smaller. Then sleep.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54961" y="930593"/>
            <a:ext cx="8890040" cy="8578215"/>
          </a:xfrm>
          <a:prstGeom prst="rect">
            <a:avLst/>
          </a:prstGeom>
          <a:solidFill>
            <a:srgbClr val="001F40"/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8719781" y="1319213"/>
            <a:ext cx="8227101" cy="783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= None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semester() == 1: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not problem: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problem = Problem.current()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while not problem.solved: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try: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code = self.challenge(problem)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problem.solved = code.run(problem)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except: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panic = reality_check()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break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state = check_state()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state == "bored" or problem.solved: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problem = Problem.find_harder(problem)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elif state == "anxious" or panic: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try: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skill_upgrade(self)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except: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simplify(problem)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finally:</a:t>
            </a:r>
            <a:endParaRPr lang="en-US" sz="1950" dirty="0"/>
          </a:p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D3E7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sleep(8*60*60)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ASSESSMENT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Five components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785110"/>
            <a:ext cx="1577340" cy="1143000"/>
          </a:xfrm>
          <a:prstGeom prst="rect">
            <a:avLst/>
          </a:prstGeom>
          <a:solidFill>
            <a:srgbClr val="BBBCB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Shape 3"/>
          <p:cNvSpPr/>
          <p:nvPr/>
        </p:nvSpPr>
        <p:spPr>
          <a:xfrm>
            <a:off x="2777490" y="2785110"/>
            <a:ext cx="4732020" cy="1143000"/>
          </a:xfrm>
          <a:prstGeom prst="rect">
            <a:avLst/>
          </a:prstGeom>
          <a:solidFill>
            <a:srgbClr val="64C2C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7566660" y="2785110"/>
            <a:ext cx="1577340" cy="1143000"/>
          </a:xfrm>
          <a:prstGeom prst="rect">
            <a:avLst/>
          </a:prstGeom>
          <a:solidFill>
            <a:srgbClr val="00A5E1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Shape 5"/>
          <p:cNvSpPr/>
          <p:nvPr/>
        </p:nvSpPr>
        <p:spPr>
          <a:xfrm>
            <a:off x="9201150" y="2785110"/>
            <a:ext cx="6309360" cy="1143000"/>
          </a:xfrm>
          <a:prstGeom prst="rect">
            <a:avLst/>
          </a:prstGeom>
          <a:solidFill>
            <a:srgbClr val="ED6D2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15567660" y="2785110"/>
            <a:ext cx="1577340" cy="11430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1143000" y="4385310"/>
            <a:ext cx="173507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300" b="1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43000" y="4987290"/>
            <a:ext cx="173507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777490" y="4385310"/>
            <a:ext cx="5205222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300" b="1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777490" y="4987290"/>
            <a:ext cx="520522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assignments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77490" y="5391150"/>
            <a:ext cx="520522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Three, on GitHub, on time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66660" y="4388241"/>
            <a:ext cx="173507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300" b="1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566660" y="4990220"/>
            <a:ext cx="16535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Mid-term quiz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01150" y="4388241"/>
            <a:ext cx="6940296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300" b="1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40%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201150" y="4990220"/>
            <a:ext cx="694029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project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01150" y="5394081"/>
            <a:ext cx="649864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GitHub repo with everyone's commits. Original code. Multimedia. Scope agreed by week 8.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5567660" y="4402651"/>
            <a:ext cx="173507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300" b="1" dirty="0">
                <a:solidFill>
                  <a:srgbClr val="000B1C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10%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5567660" y="5004631"/>
            <a:ext cx="173507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000B1C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quiz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INDIVIDUAL ASSIGNMENTS · 30%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526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Three repos, three dates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166110"/>
            <a:ext cx="2710696" cy="4381500"/>
          </a:xfrm>
          <a:prstGeom prst="rect">
            <a:avLst/>
          </a:prstGeom>
          <a:solidFill>
            <a:srgbClr val="F9E5D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524000" y="3547110"/>
            <a:ext cx="21435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5%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24000" y="4057650"/>
            <a:ext cx="21435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Reflection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24000" y="4629151"/>
            <a:ext cx="2024896" cy="1249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are we here? 500–1000 words.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24000" y="6450330"/>
            <a:ext cx="2024896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DUE SUN 13 SEP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967996" y="3166110"/>
            <a:ext cx="5225058" cy="4381500"/>
          </a:xfrm>
          <a:prstGeom prst="rect">
            <a:avLst/>
          </a:prstGeom>
          <a:solidFill>
            <a:srgbClr val="EBAC8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4348996" y="3547110"/>
            <a:ext cx="490936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10%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348996" y="4057650"/>
            <a:ext cx="490936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 visualisation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348996" y="4629150"/>
            <a:ext cx="459695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 about a natural phenomenon. Show it.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48996" y="6808470"/>
            <a:ext cx="490936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DUE SUN 27 SEP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07354" y="3169047"/>
            <a:ext cx="7837647" cy="4381500"/>
          </a:xfrm>
          <a:prstGeom prst="rect">
            <a:avLst/>
          </a:prstGeom>
          <a:solidFill>
            <a:srgbClr val="ED6D24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9688354" y="3550047"/>
            <a:ext cx="77832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7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15%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88354" y="4060587"/>
            <a:ext cx="778321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FFFFFF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Interactive experience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688354" y="4632087"/>
            <a:ext cx="778321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Something people can play with.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88354" y="6811407"/>
            <a:ext cx="77832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7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 IN THE SEMESTER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68968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778568"/>
            <a:ext cx="7848600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48"/>
              </a:lnSpc>
              <a:buNone/>
            </a:pPr>
            <a:r>
              <a:rPr lang="en-US" sz="8250" b="1" kern="0" spc="-37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programmer's mindset</a:t>
            </a:r>
            <a:endParaRPr lang="en-US" sz="825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1143000" y="6912293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64C2C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youtube.com/watch?v=3o63D0-_x2k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0" y="3073241"/>
            <a:ext cx="7620000" cy="4292918"/>
          </a:xfrm>
          <a:prstGeom prst="rect">
            <a:avLst/>
          </a:prstGeom>
          <a:solidFill>
            <a:srgbClr val="1F2832"/>
          </a:solidFill>
          <a:ln w="762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12763500" y="4648200"/>
            <a:ext cx="1143000" cy="1143000"/>
          </a:xfrm>
          <a:prstGeom prst="ellipse">
            <a:avLst/>
          </a:prstGeom>
          <a:solidFill>
            <a:srgbClr val="ED6D2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Shape 5"/>
          <p:cNvSpPr/>
          <p:nvPr/>
        </p:nvSpPr>
        <p:spPr>
          <a:xfrm>
            <a:off x="13182600" y="4975860"/>
            <a:ext cx="419100" cy="48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6A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62534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COMPUTERS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5234940"/>
            <a:ext cx="7848600" cy="330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959"/>
              </a:lnSpc>
              <a:buNone/>
            </a:pPr>
            <a:r>
              <a:rPr lang="en-US" sz="9750" b="1" kern="0" spc="-439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Computers are Turing machines</a:t>
            </a:r>
            <a:endParaRPr lang="en-US" sz="975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1143000" y="8808720"/>
            <a:ext cx="7848600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kern="0" spc="126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Turing, 1936 · On Computable Numbers, with an Application to the Entscheidungsproblem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582400" y="6991350"/>
            <a:ext cx="868680" cy="868680"/>
          </a:xfrm>
          <a:prstGeom prst="rect">
            <a:avLst/>
          </a:prstGeom>
          <a:ln w="1524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11559540" y="700659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527281" y="6991350"/>
            <a:ext cx="868680" cy="868680"/>
          </a:xfrm>
          <a:prstGeom prst="rect">
            <a:avLst/>
          </a:prstGeom>
          <a:ln w="1524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12504421" y="700659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472160" y="6991350"/>
            <a:ext cx="8382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13434060" y="699135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6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4386560" y="6991350"/>
            <a:ext cx="868680" cy="868680"/>
          </a:xfrm>
          <a:prstGeom prst="rect">
            <a:avLst/>
          </a:prstGeom>
          <a:ln w="1524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14363700" y="700659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5331440" y="6991350"/>
            <a:ext cx="868680" cy="868680"/>
          </a:xfrm>
          <a:prstGeom prst="rect">
            <a:avLst/>
          </a:prstGeom>
          <a:ln w="1524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15308580" y="700659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6276320" y="6991350"/>
            <a:ext cx="868680" cy="868680"/>
          </a:xfrm>
          <a:prstGeom prst="rect">
            <a:avLst/>
          </a:prstGeom>
          <a:ln w="1524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16253460" y="700659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95127" y="8050530"/>
            <a:ext cx="41248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TAPE · HEAD · RULES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379796" y="8599170"/>
            <a:ext cx="476520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455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symbol. Follow a rule. Write. Move. Repeat.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526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Programs are instructions for changing state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318510"/>
            <a:ext cx="3899535" cy="259080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539240" y="3790950"/>
            <a:ext cx="34177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6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39240" y="4263390"/>
            <a:ext cx="34177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Before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39240" y="4796790"/>
            <a:ext cx="320026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blank canvas, a file, a number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347335" y="423291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45"/>
              </a:lnSpc>
              <a:buNone/>
            </a:pPr>
            <a:r>
              <a:rPr lang="en-US" sz="60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6414135" y="3493770"/>
            <a:ext cx="5459611" cy="2240280"/>
          </a:xfrm>
          <a:prstGeom prst="rect">
            <a:avLst/>
          </a:prstGeom>
          <a:solidFill>
            <a:srgbClr val="146AB5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6795135" y="3950970"/>
            <a:ext cx="51673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3DB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PROGRAM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95135" y="4423410"/>
            <a:ext cx="51673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Instructions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795135" y="4956810"/>
            <a:ext cx="516737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E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step, step, step…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178546" y="4235844"/>
            <a:ext cx="8383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45"/>
              </a:lnSpc>
              <a:buNone/>
            </a:pPr>
            <a:r>
              <a:rPr lang="en-US" sz="60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13245465" y="3321444"/>
            <a:ext cx="3899535" cy="2590800"/>
          </a:xfrm>
          <a:prstGeom prst="rect">
            <a:avLst/>
          </a:prstGeom>
          <a:ln w="15240">
            <a:solidFill>
              <a:srgbClr val="000B1C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13641706" y="3793884"/>
            <a:ext cx="34177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6AB5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641706" y="4266324"/>
            <a:ext cx="34177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After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3641706" y="4799724"/>
            <a:ext cx="320026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picture, a saved file, a result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526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program might have…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166110"/>
            <a:ext cx="3914775" cy="4343400"/>
          </a:xfrm>
          <a:prstGeom prst="rect">
            <a:avLst/>
          </a:prstGeom>
          <a:solidFill>
            <a:srgbClr val="E3EDF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524000" y="3623310"/>
            <a:ext cx="34680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3C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24000" y="6633210"/>
            <a:ext cx="34680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Inputs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172075" y="3166110"/>
            <a:ext cx="3914775" cy="4343400"/>
          </a:xfrm>
          <a:prstGeom prst="rect">
            <a:avLst/>
          </a:prstGeom>
          <a:solidFill>
            <a:srgbClr val="A2C8EA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5553075" y="3623310"/>
            <a:ext cx="34680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3C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53075" y="6633210"/>
            <a:ext cx="34680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Outputs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201150" y="3169043"/>
            <a:ext cx="3914775" cy="4343400"/>
          </a:xfrm>
          <a:prstGeom prst="rect">
            <a:avLst/>
          </a:prstGeom>
          <a:solidFill>
            <a:srgbClr val="7BB6E3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9582150" y="3626243"/>
            <a:ext cx="34680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3C54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82150" y="6636144"/>
            <a:ext cx="34680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Errors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3230225" y="3183462"/>
            <a:ext cx="3914775" cy="4343400"/>
          </a:xfrm>
          <a:prstGeom prst="rect">
            <a:avLst/>
          </a:prstGeom>
          <a:solidFill>
            <a:srgbClr val="146AB5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13611225" y="3640662"/>
            <a:ext cx="34680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3DBF2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611225" y="6650563"/>
            <a:ext cx="34680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FFFFFF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Infinite loops</a:t>
            </a:r>
            <a:endParaRPr lang="en-US" sz="3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912745"/>
            <a:ext cx="76198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22345"/>
            <a:ext cx="7134991" cy="1992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Where are your programs running right now?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781675"/>
            <a:ext cx="5631616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programs run as </a:t>
            </a:r>
            <a:r>
              <a:rPr lang="en-US" sz="27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your operating system.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7046595"/>
            <a:ext cx="7619893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…except for one.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32175" y="2388870"/>
            <a:ext cx="8312825" cy="566166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9152215" y="2708910"/>
            <a:ext cx="84400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COMPUTER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52215" y="3257550"/>
            <a:ext cx="3741063" cy="1424940"/>
          </a:xfrm>
          <a:prstGeom prst="rect">
            <a:avLst/>
          </a:prstGeom>
          <a:solidFill>
            <a:srgbClr val="146AB5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9457015" y="3562350"/>
            <a:ext cx="34446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CPU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457015" y="4057650"/>
            <a:ext cx="34446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ED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steps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083778" y="3257550"/>
            <a:ext cx="3741182" cy="1424940"/>
          </a:xfrm>
          <a:prstGeom prst="rect">
            <a:avLst/>
          </a:prstGeom>
          <a:solidFill>
            <a:srgbClr val="7BB6E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13388578" y="3562350"/>
            <a:ext cx="34447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RAM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3388578" y="4057650"/>
            <a:ext cx="3444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3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what is running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52215" y="4872990"/>
            <a:ext cx="7672745" cy="1424940"/>
          </a:xfrm>
          <a:prstGeom prst="rect">
            <a:avLst/>
          </a:prstGeom>
          <a:solidFill>
            <a:srgbClr val="E3EDF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9457015" y="5177790"/>
            <a:ext cx="77694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Disk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457015" y="5673090"/>
            <a:ext cx="77694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3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SSD, HDD — keeps files when power is off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52215" y="6488430"/>
            <a:ext cx="2956560" cy="563880"/>
          </a:xfrm>
          <a:prstGeom prst="rect">
            <a:avLst/>
          </a:prstGeom>
          <a:ln w="762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9350335" y="6591300"/>
            <a:ext cx="264901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process: browser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223076" y="6488430"/>
            <a:ext cx="2796540" cy="563880"/>
          </a:xfrm>
          <a:prstGeom prst="rect">
            <a:avLst/>
          </a:prstGeom>
          <a:ln w="762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Text 18"/>
          <p:cNvSpPr/>
          <p:nvPr/>
        </p:nvSpPr>
        <p:spPr>
          <a:xfrm>
            <a:off x="12421196" y="6591300"/>
            <a:ext cx="248419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process: vscode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52215" y="7166610"/>
            <a:ext cx="2796540" cy="563880"/>
          </a:xfrm>
          <a:prstGeom prst="rect">
            <a:avLst/>
          </a:prstGeom>
          <a:ln w="762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Text 20"/>
          <p:cNvSpPr/>
          <p:nvPr/>
        </p:nvSpPr>
        <p:spPr>
          <a:xfrm>
            <a:off x="9350335" y="7269480"/>
            <a:ext cx="248419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process: python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063056" y="7166610"/>
            <a:ext cx="1341120" cy="56388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/>
          <p:nvPr/>
        </p:nvSpPr>
        <p:spPr>
          <a:xfrm>
            <a:off x="12253556" y="7261860"/>
            <a:ext cx="103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kernel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16655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26255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Kernel and shell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282565"/>
            <a:ext cx="5631616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27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kernel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talks to the hardware. The </a:t>
            </a:r>
            <a:r>
              <a:rPr lang="en-US" sz="27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layer you talk to. A terminal is a shell you type into.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001250" y="1885950"/>
            <a:ext cx="6667500" cy="6667500"/>
          </a:xfrm>
          <a:prstGeom prst="ellipse">
            <a:avLst/>
          </a:prstGeom>
          <a:solidFill>
            <a:srgbClr val="E3EDF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11262717" y="2228850"/>
            <a:ext cx="455902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003C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· APPS · TERMINAL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953750" y="2838450"/>
            <a:ext cx="4762500" cy="4762500"/>
          </a:xfrm>
          <a:prstGeom prst="ellipse">
            <a:avLst/>
          </a:prstGeom>
          <a:solidFill>
            <a:srgbClr val="7BB6E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12841606" y="3181350"/>
            <a:ext cx="106299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003C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SHELL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906250" y="3790950"/>
            <a:ext cx="2857500" cy="2857500"/>
          </a:xfrm>
          <a:prstGeom prst="ellipse">
            <a:avLst/>
          </a:prstGeom>
          <a:solidFill>
            <a:srgbClr val="146AB5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12742902" y="4133850"/>
            <a:ext cx="126039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C3DB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KERNEL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763500" y="4648200"/>
            <a:ext cx="1143000" cy="1143000"/>
          </a:xfrm>
          <a:prstGeom prst="ellipse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12725400" y="464820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hardware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81375"/>
            <a:ext cx="76198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90975"/>
            <a:ext cx="7619893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terminal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947285"/>
            <a:ext cx="5631616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type a program's name, the terminal looks for it inside the folders listed in the </a:t>
            </a:r>
            <a:r>
              <a:rPr lang="en-US" sz="2700" dirty="0">
                <a:solidFill>
                  <a:srgbClr val="2A323D"/>
                </a:solidFill>
                <a:highlight>
                  <a:srgbClr val="F4F4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6699885"/>
            <a:ext cx="76198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PowerShell · Terminal · bash · zsh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832175" y="2752249"/>
            <a:ext cx="8328065" cy="4934903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175" y="2752249"/>
            <a:ext cx="8328065" cy="4934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526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Programs that install programs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166110"/>
            <a:ext cx="7886700" cy="352806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607820" y="363093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7820" y="4141470"/>
            <a:ext cx="765276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74"/>
              </a:lnSpc>
              <a:buNone/>
            </a:pPr>
            <a:r>
              <a:rPr lang="en-US" sz="4800" b="1" kern="0" spc="-144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scoop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07820" y="490347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scoop.sh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607820" y="5566410"/>
            <a:ext cx="6957060" cy="66294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1836420" y="5718810"/>
            <a:ext cx="67085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scoop install git python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258300" y="3166110"/>
            <a:ext cx="7886700" cy="352806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9723120" y="363093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MACOS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23120" y="4141470"/>
            <a:ext cx="765276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74"/>
              </a:lnSpc>
              <a:buNone/>
            </a:pPr>
            <a:r>
              <a:rPr lang="en-US" sz="4800" b="1" kern="0" spc="-144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brew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723120" y="490347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brew.sh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23120" y="5566410"/>
            <a:ext cx="6957060" cy="66294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9951720" y="5718810"/>
            <a:ext cx="67085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brew install git python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7230507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one up. It will make your life simpler.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64C2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55676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PROGRAMMING LANGUAGES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5166360"/>
            <a:ext cx="12170972" cy="439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959"/>
              </a:lnSpc>
              <a:buNone/>
            </a:pPr>
            <a:r>
              <a:rPr lang="en-US" sz="9600" b="1" kern="0" spc="-439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Languages are shared conventions for giving instructions</a:t>
            </a:r>
            <a:endParaRPr lang="en-US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PROGRAMMING LANGUAGES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Compiled or interpreted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937510"/>
            <a:ext cx="7886700" cy="3855720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524000" y="3318510"/>
            <a:ext cx="78371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COMPILED · C, C++, Go, Rust, Zig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524000" y="3943350"/>
            <a:ext cx="1282065" cy="112776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1615440" y="4187190"/>
            <a:ext cx="109918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920365" y="4278630"/>
            <a:ext cx="457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91865" y="4118610"/>
            <a:ext cx="1251585" cy="777240"/>
          </a:xfrm>
          <a:prstGeom prst="rect">
            <a:avLst/>
          </a:prstGeom>
          <a:solidFill>
            <a:srgbClr val="64C2C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3568065" y="4347210"/>
            <a:ext cx="10991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57750" y="4278630"/>
            <a:ext cx="457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29250" y="3943350"/>
            <a:ext cx="1282065" cy="112776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5465188" y="4187190"/>
            <a:ext cx="12461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code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5615" y="4278630"/>
            <a:ext cx="457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397115" y="4118610"/>
            <a:ext cx="1251585" cy="77724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7473315" y="4347210"/>
            <a:ext cx="10991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24000" y="5337810"/>
            <a:ext cx="783717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everything first. Then run fast, many times.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258300" y="2937510"/>
            <a:ext cx="7886700" cy="3855720"/>
          </a:xfrm>
          <a:prstGeom prst="rect">
            <a:avLst/>
          </a:prstGeom>
          <a:solidFill>
            <a:srgbClr val="E9F3F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9639300" y="3318510"/>
            <a:ext cx="7338441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INTERPRETED · JavaScript, Ruby, ...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639300" y="4446270"/>
            <a:ext cx="2738795" cy="80772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Text 19"/>
          <p:cNvSpPr/>
          <p:nvPr/>
        </p:nvSpPr>
        <p:spPr>
          <a:xfrm>
            <a:off x="9727758" y="4690110"/>
            <a:ext cx="256187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92394" y="4621530"/>
            <a:ext cx="457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3063894" y="4301490"/>
            <a:ext cx="3700105" cy="1097280"/>
          </a:xfrm>
          <a:prstGeom prst="rect">
            <a:avLst/>
          </a:prstGeom>
          <a:solidFill>
            <a:srgbClr val="64C2C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/>
          <p:nvPr/>
        </p:nvSpPr>
        <p:spPr>
          <a:xfrm>
            <a:off x="13122693" y="4530090"/>
            <a:ext cx="358250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interpreter reads and runs, line by line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39300" y="5665470"/>
            <a:ext cx="733844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separate build step. Slower, but you see results right away.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7253362"/>
            <a:ext cx="19801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</a:t>
            </a: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Java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400306" y="7253362"/>
            <a:ext cx="509651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Transpiled </a:t>
            </a: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TypeScript → JavaScript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38400"/>
            <a:ext cx="76198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PROGRAMMING LANGUAGES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048000"/>
            <a:ext cx="7134991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Languages have syntax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4655820"/>
            <a:ext cx="6927175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143000" y="4853940"/>
            <a:ext cx="24765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64C2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43050" y="4853940"/>
            <a:ext cx="18832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5490210"/>
            <a:ext cx="6927175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1143000" y="5688330"/>
            <a:ext cx="24765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64C2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543050" y="5688330"/>
            <a:ext cx="1484531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6327530"/>
            <a:ext cx="6927175" cy="9525"/>
          </a:xfrm>
          <a:prstGeom prst="rect">
            <a:avLst/>
          </a:prstGeom>
          <a:solidFill>
            <a:srgbClr val="E1E1DE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1143000" y="6525650"/>
            <a:ext cx="24765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64C2C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543050" y="6525650"/>
            <a:ext cx="394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and functions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143000" y="8010719"/>
            <a:ext cx="6927175" cy="9525"/>
          </a:xfrm>
          <a:prstGeom prst="rect">
            <a:avLst/>
          </a:prstGeom>
          <a:solidFill>
            <a:srgbClr val="E1E1DE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1143000" y="7176329"/>
            <a:ext cx="6927175" cy="9525"/>
          </a:xfrm>
          <a:prstGeom prst="rect">
            <a:avLst/>
          </a:prstGeom>
          <a:solidFill>
            <a:srgbClr val="E1E1DE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1143000" y="7374449"/>
            <a:ext cx="24765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64C2C3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543050" y="7374449"/>
            <a:ext cx="4137041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 for flow control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8832175" y="3162300"/>
            <a:ext cx="8312825" cy="41148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9289375" y="3619500"/>
            <a:ext cx="7647809" cy="3238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BBBC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variable 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rows = 22 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BBBC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operator + function 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= 90 / rows 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BBBC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keyword: flow control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F6AD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row </a:t>
            </a:r>
            <a:r>
              <a:rPr lang="en-US" sz="2250" dirty="0">
                <a:solidFill>
                  <a:srgbClr val="F6AD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range(rows):</a:t>
            </a:r>
            <a:endParaRPr lang="en-US" sz="2250" dirty="0"/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r>
              <a:rPr lang="en-US" sz="2250" dirty="0">
                <a:solidFill>
                  <a:srgbClr val="BBBC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statement 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	draw(row, step * row)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A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13120"/>
            <a:ext cx="9778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D57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PYTHON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6522720"/>
            <a:ext cx="977891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687"/>
              </a:lnSpc>
              <a:buNone/>
            </a:pPr>
            <a:r>
              <a:rPr lang="en-US" sz="11250" b="1" kern="0" spc="-506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Python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143000" y="8084820"/>
            <a:ext cx="6498028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program that </a:t>
            </a: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interprets </a:t>
            </a: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and </a:t>
            </a: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</a:t>
            </a: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instructions, following Python's conventions.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582656" y="6419850"/>
            <a:ext cx="2562225" cy="310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PYTHON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Python is…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013710"/>
            <a:ext cx="3108960" cy="4572000"/>
          </a:xfrm>
          <a:prstGeom prst="rect">
            <a:avLst/>
          </a:prstGeom>
          <a:solidFill>
            <a:srgbClr val="FCEFD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47800" y="3394710"/>
            <a:ext cx="27492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Interpreted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447800" y="4004310"/>
            <a:ext cx="25755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build step. Run it and see.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66260" y="3013710"/>
            <a:ext cx="3108960" cy="4572000"/>
          </a:xfrm>
          <a:prstGeom prst="rect">
            <a:avLst/>
          </a:prstGeom>
          <a:solidFill>
            <a:srgbClr val="F8DEB1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4671060" y="3394710"/>
            <a:ext cx="257556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Dynamically typed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671060" y="4423410"/>
            <a:ext cx="257556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variable can hold a number now and text later.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3016644"/>
            <a:ext cx="3108960" cy="4572000"/>
          </a:xfrm>
          <a:prstGeom prst="rect">
            <a:avLst/>
          </a:prstGeom>
          <a:solidFill>
            <a:srgbClr val="F4CE89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7894320" y="3397644"/>
            <a:ext cx="27492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High-level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894320" y="4007244"/>
            <a:ext cx="257556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to how you think, far from the hardware.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812781" y="3031063"/>
            <a:ext cx="3108960" cy="4572000"/>
          </a:xfrm>
          <a:prstGeom prst="rect">
            <a:avLst/>
          </a:prstGeom>
          <a:solidFill>
            <a:srgbClr val="F0BD60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11117581" y="3412063"/>
            <a:ext cx="27492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Indented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117581" y="4021662"/>
            <a:ext cx="25755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Spaces decide what belongs to what.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036040" y="3081023"/>
            <a:ext cx="3108960" cy="4572000"/>
          </a:xfrm>
          <a:prstGeom prst="rect">
            <a:avLst/>
          </a:prstGeom>
          <a:solidFill>
            <a:srgbClr val="F6AD00">
              <a:alpha val="75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14340840" y="3462023"/>
            <a:ext cx="27492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75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Slower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4340840" y="4071623"/>
            <a:ext cx="25755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 C or Rust. Fast enough for us.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16655"/>
            <a:ext cx="72886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PYTHON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26255"/>
            <a:ext cx="7288673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849"/>
              </a:lnSpc>
              <a:buNone/>
            </a:pPr>
            <a:r>
              <a:rPr lang="en-US" sz="5400" b="1" kern="0" spc="-21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&gt;&gt;&gt; import this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282565"/>
            <a:ext cx="4765204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Zen of Python, by Tim Peters. Nineteen lines. Here are eight.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31066" y="2905125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 is better than ugly.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531066" y="3505200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is better than implicit.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31066" y="4105275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is better than complex.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531066" y="4705350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is better than nested.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531066" y="5305425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Readability counts.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531066" y="5905500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should never pass silently.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531066" y="6505575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is better than never.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531066" y="7105650"/>
            <a:ext cx="9475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700" dirty="0">
                <a:solidFill>
                  <a:srgbClr val="F6A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implementation is hard to explain, it's a bad idea.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7366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QUICK CHECK · MULTIPLE CHOICE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435668"/>
            <a:ext cx="11769834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48"/>
              </a:lnSpc>
              <a:buNone/>
            </a:pPr>
            <a:r>
              <a:rPr lang="en-US" sz="8000" b="1" kern="0" spc="-371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Python reads your code line by line while it runs. Python is…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1143000" y="6721793"/>
            <a:ext cx="3975021" cy="10439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93520" y="7095173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82140" y="7034213"/>
            <a:ext cx="15801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346621" y="6721793"/>
            <a:ext cx="3975140" cy="10439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5697141" y="7095173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85761" y="7034213"/>
            <a:ext cx="17938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Interpreted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50361" y="6725135"/>
            <a:ext cx="3975140" cy="1043940"/>
          </a:xfrm>
          <a:prstGeom prst="rect">
            <a:avLst/>
          </a:prstGeom>
          <a:ln w="7620">
            <a:solidFill>
              <a:srgbClr val="E1E1DE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9900881" y="7098516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544C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9501" y="7037556"/>
            <a:ext cx="16757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Transpiled</a:t>
            </a:r>
            <a:endParaRPr lang="en-US" sz="2700" dirty="0"/>
          </a:p>
        </p:txBody>
      </p:sp>
      <p:pic>
        <p:nvPicPr>
          <p:cNvPr id="13" name="btnInknoeActivityCp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03952" y="9197985"/>
            <a:ext cx="2222048" cy="58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6FB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2742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163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TOOLS FOR THE JOB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6789420"/>
            <a:ext cx="17602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687"/>
              </a:lnSpc>
              <a:buNone/>
            </a:pPr>
            <a:r>
              <a:rPr lang="en-US" sz="11250" b="1" kern="0" spc="-506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Tools for the job</a:t>
            </a:r>
            <a:endParaRPr lang="en-US" sz="11250" dirty="0"/>
          </a:p>
        </p:txBody>
      </p:sp>
      <p:sp>
        <p:nvSpPr>
          <p:cNvPr id="4" name="Shape 2"/>
          <p:cNvSpPr/>
          <p:nvPr/>
        </p:nvSpPr>
        <p:spPr>
          <a:xfrm>
            <a:off x="1143000" y="8503920"/>
            <a:ext cx="5181600" cy="2286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143000" y="8717280"/>
            <a:ext cx="56997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9113520"/>
            <a:ext cx="569976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Python </a:t>
            </a: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53200" y="8503920"/>
            <a:ext cx="5181600" cy="2286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6553200" y="8717280"/>
            <a:ext cx="56997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53200" y="9113520"/>
            <a:ext cx="569976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way to </a:t>
            </a: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</a:t>
            </a: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963400" y="8507262"/>
            <a:ext cx="5181600" cy="22860"/>
          </a:xfrm>
          <a:prstGeom prst="rect">
            <a:avLst/>
          </a:prstGeom>
          <a:solidFill>
            <a:srgbClr val="000B1C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11963400" y="8720622"/>
            <a:ext cx="569976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62"/>
              </a:lnSpc>
              <a:buNone/>
            </a:pPr>
            <a:r>
              <a:rPr lang="en-US" sz="2100" dirty="0">
                <a:solidFill>
                  <a:srgbClr val="000B1C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963400" y="9116862"/>
            <a:ext cx="569976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way to </a:t>
            </a:r>
            <a:r>
              <a:rPr lang="en-US" sz="2700" b="1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</a:t>
            </a: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TOOLS · 01 + 02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Environment and editor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937510"/>
            <a:ext cx="7886700" cy="402336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607820" y="340233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5163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INSTALL PYTHON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7820" y="3989070"/>
            <a:ext cx="76527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ways. Pick one.</a:t>
            </a:r>
            <a:endParaRPr lang="en-US" sz="27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607820" y="466344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2100" dirty="0"/>
          </a:p>
        </p:txBody>
      </p:sp>
      <p:sp>
        <p:nvSpPr>
          <p:cNvPr id="8" name="Text 6">
            <a:hlinkClick r:id="rId4"/>
          </p:cNvPr>
          <p:cNvSpPr/>
          <p:nvPr/>
        </p:nvSpPr>
        <p:spPr>
          <a:xfrm>
            <a:off x="1607820" y="515493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anaconda.com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7820" y="564642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github.com/pyenv/pyenv </a:t>
            </a: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pyenv-win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7820" y="613791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or: scoop / brew install python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258300" y="2937510"/>
            <a:ext cx="7886700" cy="402336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9723120" y="3402330"/>
            <a:ext cx="765276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5163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 EDITOR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23120" y="3989070"/>
            <a:ext cx="765276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74"/>
              </a:lnSpc>
              <a:buNone/>
            </a:pPr>
            <a:r>
              <a:rPr lang="en-US" sz="4800" b="1" kern="0" spc="-144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VS Code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723120" y="4827270"/>
            <a:ext cx="765276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easy choice. </a:t>
            </a: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code.visualstudio.com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23120" y="6122670"/>
            <a:ext cx="765276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hacker's choice: </a:t>
            </a: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vim </a:t>
            </a: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neovim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4795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TOOLS ·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57550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Git and GitHub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213860"/>
            <a:ext cx="5631616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every change on your computer. </a:t>
            </a:r>
            <a:r>
              <a:rPr lang="en-US" sz="27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a copy online and lets others see it.</a:t>
            </a:r>
            <a:endParaRPr lang="en-US" sz="27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1143000" y="5958873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git-scm.com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6450363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 </a:t>
            </a: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add your PolyU email</a:t>
            </a:r>
            <a:endParaRPr lang="en-US" sz="2100" dirty="0"/>
          </a:p>
        </p:txBody>
      </p:sp>
      <p:sp>
        <p:nvSpPr>
          <p:cNvPr id="7" name="Text 5">
            <a:hlinkClick r:id="rId5"/>
          </p:cNvPr>
          <p:cNvSpPr/>
          <p:nvPr/>
        </p:nvSpPr>
        <p:spPr>
          <a:xfrm>
            <a:off x="1143000" y="6941853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github.com/settings/education/benefits</a:t>
            </a:r>
            <a:endParaRPr lang="en-US" sz="2100" dirty="0"/>
          </a:p>
        </p:txBody>
      </p:sp>
      <p:sp>
        <p:nvSpPr>
          <p:cNvPr id="8" name="Text 6">
            <a:hlinkClick r:id="rId6"/>
          </p:cNvPr>
          <p:cNvSpPr/>
          <p:nvPr/>
        </p:nvSpPr>
        <p:spPr>
          <a:xfrm>
            <a:off x="1143000" y="7433343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github.com/git-guides</a:t>
            </a:r>
            <a:endParaRPr lang="en-US" sz="2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382500" y="1477089"/>
            <a:ext cx="1905000" cy="1905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993631" y="3610689"/>
            <a:ext cx="6682740" cy="4406622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3631" y="3610689"/>
            <a:ext cx="6682740" cy="44066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410700" y="8245912"/>
            <a:ext cx="7848600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Education only accepts a PolyU address — add yours first.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TOOLS · HOW GITHUB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Issue → fork → commit → pull request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013710"/>
            <a:ext cx="3257550" cy="4762500"/>
          </a:xfrm>
          <a:prstGeom prst="rect">
            <a:avLst/>
          </a:prstGeom>
          <a:solidFill>
            <a:srgbClr val="EAF1D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47800" y="3394710"/>
            <a:ext cx="291274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163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ISSUE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47800" y="3905250"/>
            <a:ext cx="27273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Say what is wrong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47800" y="4895850"/>
            <a:ext cx="2727389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bug, a feature idea, or “I want to help.” Explain how the code should behave.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91050" y="5025390"/>
            <a:ext cx="685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391150" y="3013710"/>
            <a:ext cx="3257550" cy="4762500"/>
          </a:xfrm>
          <a:prstGeom prst="rect">
            <a:avLst/>
          </a:prstGeom>
          <a:solidFill>
            <a:srgbClr val="D4E2B5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5695950" y="3394710"/>
            <a:ext cx="291274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163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FORK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695950" y="3905250"/>
            <a:ext cx="27273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Your own copy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695950" y="4895850"/>
            <a:ext cx="2727389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fork is your version of the repo. It can pull in new changes from the original any time.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839200" y="5028323"/>
            <a:ext cx="685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639300" y="3016643"/>
            <a:ext cx="3257550" cy="4762500"/>
          </a:xfrm>
          <a:prstGeom prst="rect">
            <a:avLst/>
          </a:prstGeom>
          <a:solidFill>
            <a:srgbClr val="BCD38D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9944100" y="3397643"/>
            <a:ext cx="291274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1632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COMMIT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944100" y="3908183"/>
            <a:ext cx="272738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Save a change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944100" y="4898784"/>
            <a:ext cx="2727389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commit is a named snapshot. Push it and it is public.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087350" y="5042741"/>
            <a:ext cx="685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0B1C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13887450" y="3031061"/>
            <a:ext cx="3257550" cy="4762500"/>
          </a:xfrm>
          <a:prstGeom prst="rect">
            <a:avLst/>
          </a:prstGeom>
          <a:solidFill>
            <a:srgbClr val="6FBA2C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0" name="Text 18"/>
          <p:cNvSpPr/>
          <p:nvPr/>
        </p:nvSpPr>
        <p:spPr>
          <a:xfrm>
            <a:off x="14192250" y="3412061"/>
            <a:ext cx="2727389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0B1C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PULL REQUEST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192250" y="4280741"/>
            <a:ext cx="29127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Ask to merge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4192250" y="4852241"/>
            <a:ext cx="2727389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000B1C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 your commits to the original repo. If accepted, they are merged in.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67075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PUBLIC REPO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52875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course lives on GitHub</a:t>
            </a:r>
            <a:endParaRPr lang="en-US" sz="54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1143000" y="4985385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6000" b="1" u="sng" kern="0" spc="-180" dirty="0">
                <a:solidFill>
                  <a:srgbClr val="6FB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github.com/sd5913/pfad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6204585"/>
            <a:ext cx="736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organisation: </a:t>
            </a:r>
            <a:r>
              <a:rPr lang="en-US" sz="2700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github.com/sd5913 </a:t>
            </a: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Found a bug? Open an issue.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6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9278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01 · 5% · DUE SUN 13 SEP, 23:59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802380"/>
            <a:ext cx="7848600" cy="2217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959"/>
              </a:lnSpc>
              <a:buNone/>
            </a:pPr>
            <a:r>
              <a:rPr lang="en-US" sz="9750" b="1" kern="0" spc="-439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Why are we here?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143000" y="6286500"/>
            <a:ext cx="519847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500–1000 words on why you are in this course.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5000" y="256794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9525000" y="2811780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public GitHub repo.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0" y="3314700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PDF.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0" y="389001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9525000" y="4133850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0" y="4636770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essay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0" y="521208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9525000" y="5455920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PROCESS.md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525000" y="5958840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how you used AI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0" y="785622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9525000" y="653415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9525000" y="6777990"/>
            <a:ext cx="83820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the repo URL on Canvas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525000" y="7280910"/>
            <a:ext cx="83820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canvas.polyu.edu.hk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02 · 10% · WHAT TO EXPECT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526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 visualisation — two high-level tasks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166110"/>
            <a:ext cx="7886700" cy="5067300"/>
          </a:xfrm>
          <a:prstGeom prst="rect">
            <a:avLst/>
          </a:prstGeom>
          <a:solidFill>
            <a:srgbClr val="F9E5D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600200" y="3699510"/>
            <a:ext cx="766953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0200" y="6396990"/>
            <a:ext cx="7181469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62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Obtain data about a natural phenomenon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258300" y="3166110"/>
            <a:ext cx="7886700" cy="5067300"/>
          </a:xfrm>
          <a:prstGeom prst="rect">
            <a:avLst/>
          </a:prstGeom>
          <a:solidFill>
            <a:srgbClr val="ED6D2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9715500" y="3699510"/>
            <a:ext cx="766953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15500" y="6396990"/>
            <a:ext cx="7181469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62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Visualise the data you collected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02 · BREAK IT DOWN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Example: tides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013710"/>
            <a:ext cx="3436620" cy="46024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63040" y="3409950"/>
            <a:ext cx="30761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63040" y="3958590"/>
            <a:ext cx="30761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Phenomenon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63040" y="4568190"/>
            <a:ext cx="288043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Tides in Hong Kong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770120" y="3013710"/>
            <a:ext cx="5120640" cy="46024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5090160" y="3409950"/>
            <a:ext cx="49286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90160" y="3958590"/>
            <a:ext cx="49286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 provider</a:t>
            </a:r>
            <a:endParaRPr lang="en-US" sz="33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5090160" y="4568190"/>
            <a:ext cx="492861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55"/>
              </a:lnSpc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hko.gov.hk/en/tide/ttext.htm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081260" y="3016648"/>
            <a:ext cx="3436620" cy="4602480"/>
          </a:xfrm>
          <a:prstGeom prst="rect">
            <a:avLst/>
          </a:prstGeom>
          <a:solidFill>
            <a:srgbClr val="ED6D24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10386060" y="3397648"/>
            <a:ext cx="310972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THE PROBLEM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386060" y="3946288"/>
            <a:ext cx="29118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FFFFFF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Find the pattern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386060" y="4974988"/>
            <a:ext cx="29118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…inside a web page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708381" y="3031076"/>
            <a:ext cx="3436620" cy="4602480"/>
          </a:xfrm>
          <a:prstGeom prst="rect">
            <a:avLst/>
          </a:prstGeom>
          <a:ln w="15240">
            <a:solidFill>
              <a:srgbClr val="000B1C">
                <a:alpha val="93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14028420" y="3427316"/>
            <a:ext cx="30761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WEEKS 2–3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028420" y="3975956"/>
            <a:ext cx="30761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Visualise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4028420" y="4585556"/>
            <a:ext cx="30761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A323D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Art, or design?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02 · INPUTS AND OUTPUTS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“Find the pattern in a web page” — five steps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013710"/>
            <a:ext cx="3200400" cy="4953000"/>
          </a:xfrm>
          <a:prstGeom prst="rect">
            <a:avLst/>
          </a:prstGeom>
          <a:solidFill>
            <a:srgbClr val="FCF2EA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Shape 3"/>
          <p:cNvSpPr/>
          <p:nvPr/>
        </p:nvSpPr>
        <p:spPr>
          <a:xfrm>
            <a:off x="4328160" y="3013710"/>
            <a:ext cx="15240" cy="495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1447800" y="3394710"/>
            <a:ext cx="28331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47800" y="3943350"/>
            <a:ext cx="28331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447800" y="4552950"/>
            <a:ext cx="283311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an http request.</a:t>
            </a:r>
            <a:endParaRPr lang="en-US" sz="21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47800" y="7227570"/>
            <a:ext cx="28331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requests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43400" y="3013710"/>
            <a:ext cx="3200400" cy="4953000"/>
          </a:xfrm>
          <a:prstGeom prst="rect">
            <a:avLst/>
          </a:prstGeom>
          <a:solidFill>
            <a:srgbClr val="F9E5D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7528560" y="3013710"/>
            <a:ext cx="15240" cy="495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4648200" y="3394710"/>
            <a:ext cx="28331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48200" y="3943350"/>
            <a:ext cx="28331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Save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648200" y="4552950"/>
            <a:ext cx="2652827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page to a file, so you ask the server only once.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43800" y="3017055"/>
            <a:ext cx="3200400" cy="4953001"/>
          </a:xfrm>
          <a:prstGeom prst="rect">
            <a:avLst/>
          </a:prstGeom>
          <a:solidFill>
            <a:srgbClr val="F2C9AC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Shape 14"/>
          <p:cNvSpPr/>
          <p:nvPr/>
        </p:nvSpPr>
        <p:spPr>
          <a:xfrm>
            <a:off x="10728960" y="3017055"/>
            <a:ext cx="15240" cy="4953001"/>
          </a:xfrm>
          <a:prstGeom prst="rect">
            <a:avLst/>
          </a:prstGeom>
          <a:solidFill>
            <a:srgbClr val="FFFFFF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7848600" y="3398055"/>
            <a:ext cx="28331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48600" y="3946695"/>
            <a:ext cx="28331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Parse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7848600" y="4556295"/>
            <a:ext cx="2652827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response as XML and find the pattern.</a:t>
            </a:r>
            <a:endParaRPr lang="en-US" sz="2100" dirty="0"/>
          </a:p>
        </p:txBody>
      </p:sp>
      <p:sp>
        <p:nvSpPr>
          <p:cNvPr id="20" name="Text 18">
            <a:hlinkClick r:id="rId4"/>
          </p:cNvPr>
          <p:cNvSpPr/>
          <p:nvPr/>
        </p:nvSpPr>
        <p:spPr>
          <a:xfrm>
            <a:off x="7848600" y="7230914"/>
            <a:ext cx="28331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lxml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744200" y="3032499"/>
            <a:ext cx="3200400" cy="4953000"/>
          </a:xfrm>
          <a:prstGeom prst="rect">
            <a:avLst/>
          </a:prstGeom>
          <a:solidFill>
            <a:srgbClr val="EBAC83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2" name="Shape 20"/>
          <p:cNvSpPr/>
          <p:nvPr/>
        </p:nvSpPr>
        <p:spPr>
          <a:xfrm>
            <a:off x="13929360" y="3032499"/>
            <a:ext cx="15240" cy="4953000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11049000" y="3413499"/>
            <a:ext cx="28331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63716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049000" y="3962139"/>
            <a:ext cx="28331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Store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1049000" y="4571739"/>
            <a:ext cx="2652827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2A323D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data you found in a clean shape.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944600" y="3086447"/>
            <a:ext cx="3200400" cy="4953000"/>
          </a:xfrm>
          <a:prstGeom prst="rect">
            <a:avLst/>
          </a:prstGeom>
          <a:solidFill>
            <a:srgbClr val="ED6D24">
              <a:alpha val="7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7" name="Text 25"/>
          <p:cNvSpPr/>
          <p:nvPr/>
        </p:nvSpPr>
        <p:spPr>
          <a:xfrm>
            <a:off x="14249400" y="3467447"/>
            <a:ext cx="28498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7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249400" y="4016087"/>
            <a:ext cx="2849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FFFFFF">
                    <a:alpha val="7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Show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4249400" y="4625687"/>
            <a:ext cx="2668524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100" dirty="0">
                <a:solidFill>
                  <a:srgbClr val="FFFFFF">
                    <a:alpha val="7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data and metadata matter? How is it consumed? What must be validated?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56685"/>
            <a:ext cx="76198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02 · STEP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566285"/>
            <a:ext cx="7619893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Save the page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522595"/>
            <a:ext cx="5631616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if the file exists. If not, request it and save it. If yes, just read it.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555968" y="2766060"/>
            <a:ext cx="2865120" cy="84582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11985431" y="3009900"/>
            <a:ext cx="20061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exists?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979003" y="3611880"/>
            <a:ext cx="19050" cy="4572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10597873" y="406908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527375" y="4541520"/>
            <a:ext cx="4537353" cy="777240"/>
          </a:xfrm>
          <a:prstGeom prst="rect">
            <a:avLst/>
          </a:prstGeom>
          <a:solidFill>
            <a:srgbClr val="F9E5D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8764115" y="4770120"/>
            <a:ext cx="406387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http request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786467" y="5318760"/>
            <a:ext cx="19050" cy="3048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2" name="Shape 10"/>
          <p:cNvSpPr/>
          <p:nvPr/>
        </p:nvSpPr>
        <p:spPr>
          <a:xfrm>
            <a:off x="8527375" y="5623560"/>
            <a:ext cx="4537353" cy="777240"/>
          </a:xfrm>
          <a:prstGeom prst="rect">
            <a:avLst/>
          </a:prstGeom>
          <a:solidFill>
            <a:srgbClr val="EBAC8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8764115" y="5852160"/>
            <a:ext cx="406387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file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902935" y="4069080"/>
            <a:ext cx="55626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912328" y="4541520"/>
            <a:ext cx="4537472" cy="777240"/>
          </a:xfrm>
          <a:prstGeom prst="rect">
            <a:avLst/>
          </a:prstGeom>
          <a:solidFill>
            <a:srgbClr val="E9F3F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13149066" y="4770120"/>
            <a:ext cx="40639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file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979003" y="6400800"/>
            <a:ext cx="19050" cy="4572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12131278" y="6858000"/>
            <a:ext cx="1714500" cy="81534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12550378" y="7086600"/>
            <a:ext cx="8763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6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7269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02 · 10% · DUE SUN 27 SEP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082290"/>
            <a:ext cx="7848600" cy="2217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959"/>
              </a:lnSpc>
              <a:buNone/>
            </a:pPr>
            <a:r>
              <a:rPr lang="en-US" sz="9750" b="1" kern="0" spc="-439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visualisation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143000" y="5566410"/>
            <a:ext cx="5198471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committed to a GitHub repo. Submit the URL on Canvas. It should obtain data about a natural phenomenon and visualise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0" y="3158490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 YOU A PRECRASTINATOR? START HERE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74523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9525000" y="397002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51720" y="3970020"/>
            <a:ext cx="221258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Python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0" y="462534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9525000" y="485013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951720" y="4850130"/>
            <a:ext cx="2420433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the repo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0" y="550545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9525000" y="573024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51720" y="5730240"/>
            <a:ext cx="2185345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code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5000" y="726567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Shape 14"/>
          <p:cNvSpPr/>
          <p:nvPr/>
        </p:nvSpPr>
        <p:spPr>
          <a:xfrm>
            <a:off x="9525000" y="6385560"/>
            <a:ext cx="7620000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9525000" y="661035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51720" y="6610350"/>
            <a:ext cx="62134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work for the website you need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16408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TUTORIALS · MULTIPLE CHOICE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926080"/>
            <a:ext cx="11368574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03"/>
              </a:lnSpc>
              <a:buNone/>
            </a:pPr>
            <a:r>
              <a:rPr lang="en-US" sz="7500" b="1" kern="0" spc="-337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Do you want to leave your current tutorial group and join the 15:30 laptop group instead </a:t>
            </a:r>
            <a:r>
              <a:rPr lang="en-US" sz="7500" b="1" kern="0" spc="-337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1143000" y="6812280"/>
            <a:ext cx="4610100" cy="14630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93520" y="7185660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82140" y="7124700"/>
            <a:ext cx="36260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I will bring my own laptop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981700" y="6812280"/>
            <a:ext cx="4610100" cy="1463040"/>
          </a:xfrm>
          <a:prstGeom prst="rect">
            <a:avLst/>
          </a:prstGeom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6332220" y="7185660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20840" y="7124700"/>
            <a:ext cx="36260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— I stay in my group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820400" y="6815217"/>
            <a:ext cx="4610100" cy="1463040"/>
          </a:xfrm>
          <a:prstGeom prst="rect">
            <a:avLst/>
          </a:prstGeom>
          <a:ln w="7620">
            <a:solidFill>
              <a:srgbClr val="E1E1DE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11170920" y="7188597"/>
            <a:ext cx="236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D6D24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559540" y="7127637"/>
            <a:ext cx="29365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don't mind either</a:t>
            </a:r>
            <a:endParaRPr lang="en-US" sz="2700" dirty="0"/>
          </a:p>
        </p:txBody>
      </p:sp>
      <p:pic>
        <p:nvPicPr>
          <p:cNvPr id="15" name="btnInknoeActivityCp2">
            <a:extLst>
              <a:ext uri="{FF2B5EF4-FFF2-40B4-BE49-F238E27FC236}">
                <a16:creationId xmlns:a16="http://schemas.microsoft.com/office/drawing/2014/main" id="{AB5194C2-2732-3C65-DC34-FB8CF11BB82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5303953" y="9197986"/>
            <a:ext cx="2222048" cy="58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TUTORIALS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Use the tutorials to work on your assignments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013710"/>
            <a:ext cx="3914775" cy="4381500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447800" y="3394710"/>
            <a:ext cx="36356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V915 · PC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47800" y="3905250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12:30–14:30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47800" y="6595110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172075" y="3013710"/>
            <a:ext cx="3914775" cy="4381500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5476875" y="3394710"/>
            <a:ext cx="36356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V915 · PC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76875" y="3905250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14:30–16:30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76875" y="6595110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Nicola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201150" y="3016641"/>
            <a:ext cx="3914775" cy="4381500"/>
          </a:xfrm>
          <a:prstGeom prst="rect">
            <a:avLst/>
          </a:prstGeom>
          <a:solidFill>
            <a:srgbClr val="F4F4F2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9505950" y="3397641"/>
            <a:ext cx="36356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V915 · PC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05950" y="3908181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>
                    <a:alpha val="99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16:30–18:30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05950" y="6598041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Nicola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230225" y="3031052"/>
            <a:ext cx="3914775" cy="4381500"/>
          </a:xfrm>
          <a:prstGeom prst="rect">
            <a:avLst/>
          </a:prstGeom>
          <a:solidFill>
            <a:srgbClr val="ED6D24">
              <a:alpha val="93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13535025" y="3412052"/>
            <a:ext cx="36356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V1102 · YOUR LAPTOP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35025" y="3922592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FFFFFF">
                    <a:alpha val="93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15:30–17:30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535025" y="6612452"/>
            <a:ext cx="36356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 · laptop group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WEEK 1 TUTORIAL GOALS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002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Leave today with…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3271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Shape 3"/>
          <p:cNvSpPr/>
          <p:nvPr/>
        </p:nvSpPr>
        <p:spPr>
          <a:xfrm>
            <a:off x="1143000" y="2868930"/>
            <a:ext cx="373380" cy="3733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1744980" y="2830830"/>
            <a:ext cx="699163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122"/>
              </a:lnSpc>
              <a:buNone/>
            </a:pPr>
            <a:r>
              <a:rPr lang="en-US" sz="24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GitHub account — 2FA on, PolyU email added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0" y="263271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9525000" y="2868930"/>
            <a:ext cx="373380" cy="3733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10126981" y="2830830"/>
            <a:ext cx="677789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6122"/>
              </a:lnSpc>
              <a:buNone/>
            </a:pPr>
            <a:r>
              <a:rPr lang="en-US" sz="24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[Laptop] git and VS Code installed; git name + email set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343281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1143000" y="3669030"/>
            <a:ext cx="373380" cy="3733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1744980" y="3630930"/>
            <a:ext cx="6906032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122"/>
              </a:lnSpc>
              <a:buNone/>
            </a:pPr>
            <a:r>
              <a:rPr lang="en-US" sz="24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at pfad.ait4x.org — student ID matched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0" y="343281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9525000" y="3669030"/>
            <a:ext cx="373380" cy="3733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10126981" y="3630930"/>
            <a:ext cx="8003364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6122"/>
              </a:lnSpc>
            </a:pPr>
            <a:r>
              <a:rPr lang="en-US" sz="20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[Laptop] A clone of the course repo + python installed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43000" y="4616846"/>
            <a:ext cx="7620000" cy="9525"/>
          </a:xfrm>
          <a:prstGeom prst="rect">
            <a:avLst/>
          </a:prstGeom>
          <a:solidFill>
            <a:srgbClr val="E1E1DE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1143000" y="4853066"/>
            <a:ext cx="373380" cy="373380"/>
          </a:xfrm>
          <a:prstGeom prst="rect">
            <a:avLst/>
          </a:prstGeom>
          <a:ln w="15240">
            <a:solidFill>
              <a:srgbClr val="000B1C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1744980" y="4814966"/>
            <a:ext cx="72285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122"/>
              </a:lnSpc>
              <a:buNone/>
            </a:pPr>
            <a:r>
              <a:rPr lang="en-US" sz="24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github.com/sd5913/pfad open, week01/README.md read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525000" y="5797946"/>
            <a:ext cx="7620000" cy="9525"/>
          </a:xfrm>
          <a:prstGeom prst="rect">
            <a:avLst/>
          </a:prstGeom>
          <a:solidFill>
            <a:srgbClr val="E1E1DE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0" name="Shape 18"/>
          <p:cNvSpPr/>
          <p:nvPr/>
        </p:nvSpPr>
        <p:spPr>
          <a:xfrm>
            <a:off x="9525000" y="4616846"/>
            <a:ext cx="7620000" cy="9525"/>
          </a:xfrm>
          <a:prstGeom prst="rect">
            <a:avLst/>
          </a:prstGeom>
          <a:solidFill>
            <a:srgbClr val="E1E1DE">
              <a:alpha val="99000"/>
            </a:srgbClr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1" name="Shape 19"/>
          <p:cNvSpPr/>
          <p:nvPr/>
        </p:nvSpPr>
        <p:spPr>
          <a:xfrm>
            <a:off x="9525000" y="4853066"/>
            <a:ext cx="373380" cy="373380"/>
          </a:xfrm>
          <a:prstGeom prst="rect">
            <a:avLst/>
          </a:prstGeom>
          <a:ln w="15240">
            <a:solidFill>
              <a:srgbClr val="ED6D24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Text 20"/>
          <p:cNvSpPr/>
          <p:nvPr/>
        </p:nvSpPr>
        <p:spPr>
          <a:xfrm>
            <a:off x="10126981" y="4814966"/>
            <a:ext cx="7228560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122"/>
              </a:lnSpc>
              <a:buNone/>
            </a:pPr>
            <a:r>
              <a:rPr lang="en-US" sz="2400" b="1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public repo </a:t>
            </a:r>
            <a:r>
              <a:rPr lang="en-US" sz="2400" dirty="0">
                <a:solidFill>
                  <a:srgbClr val="000B1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sketch in it, run, two commits pushed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43000" y="6200991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do every step inside VS Code. The terminal is optional today.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80154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THE MARK · 1 — ALONE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668078"/>
            <a:ext cx="8382000" cy="214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0293"/>
              </a:lnSpc>
              <a:buNone/>
            </a:pPr>
            <a:r>
              <a:rPr lang="en-US" sz="19500" b="1" kern="0" spc="-975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 </a:t>
            </a:r>
            <a:r>
              <a:rPr lang="en-US" sz="6000" b="1" kern="0" spc="-15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MIN</a:t>
            </a:r>
            <a:endParaRPr lang="en-US" sz="19500" b="1" spc="-150" dirty="0"/>
          </a:p>
        </p:txBody>
      </p:sp>
      <p:sp>
        <p:nvSpPr>
          <p:cNvPr id="4" name="Text 2"/>
          <p:cNvSpPr/>
          <p:nvPr/>
        </p:nvSpPr>
        <p:spPr>
          <a:xfrm>
            <a:off x="1143000" y="6077903"/>
            <a:ext cx="784860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Name one thing it could be built from.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0" y="2952750"/>
            <a:ext cx="784860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course needs a mark — a logo, the thing on the repo and at the top of the slides. You are the client.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0" y="4662564"/>
            <a:ext cx="784860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Silent. Pen and paper. </a:t>
            </a:r>
            <a:r>
              <a:rPr lang="en-US" sz="2700" dirty="0">
                <a:solidFill>
                  <a:srgbClr val="FFFFFF">
                    <a:alpha val="7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thing you could point at: an object, a shape, a tool. Not an adjective — you cannot draw “innovative”.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0" y="6383864"/>
            <a:ext cx="7848600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55"/>
              </a:lnSpc>
              <a:buNone/>
            </a:pPr>
            <a:r>
              <a:rPr lang="en-US" sz="2100" dirty="0">
                <a:solidFill>
                  <a:srgbClr val="64C2C3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e.g. a cursor that is also a pencil · a grid coming apart at one corner · two square brackets facing each other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86866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THE MARK · 2 — IN PAIRS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668078"/>
            <a:ext cx="8382000" cy="214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0293"/>
              </a:lnSpc>
              <a:buNone/>
            </a:pPr>
            <a:r>
              <a:rPr lang="en-US" sz="19500" b="1" kern="0" spc="-975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 </a:t>
            </a:r>
            <a:r>
              <a:rPr lang="en-US" sz="6000" b="1" kern="0" spc="-15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MIN</a:t>
            </a:r>
            <a:endParaRPr lang="en-US" sz="19500" spc="-150" dirty="0"/>
          </a:p>
        </p:txBody>
      </p:sp>
      <p:sp>
        <p:nvSpPr>
          <p:cNvPr id="4" name="Text 2"/>
          <p:cNvSpPr/>
          <p:nvPr/>
        </p:nvSpPr>
        <p:spPr>
          <a:xfrm>
            <a:off x="1143000" y="6077903"/>
            <a:ext cx="784860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Two answers in. One answer out.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0" y="3272790"/>
            <a:ext cx="784860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to your neighbour. Read each other your object. Leave with </a:t>
            </a: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</a:t>
            </a: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— not two, not a mix of two.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0" y="4982605"/>
            <a:ext cx="78486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one, or build a third thing from both. You may not keep both.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0" y="6223849"/>
            <a:ext cx="78486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Whoever's object gets dropped says in one line what was good about it. Write that down too.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29774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THE MARK · 4 — TWO PAIRS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668078"/>
            <a:ext cx="8382000" cy="214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0293"/>
              </a:lnSpc>
              <a:buNone/>
            </a:pPr>
            <a:r>
              <a:rPr lang="en-US" sz="19500" b="1" kern="0" spc="-975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 </a:t>
            </a:r>
            <a:r>
              <a:rPr lang="en-US" sz="6000" b="1" kern="0" spc="-15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MIN</a:t>
            </a:r>
            <a:endParaRPr lang="en-US" sz="19500" spc="-150" dirty="0"/>
          </a:p>
        </p:txBody>
      </p:sp>
      <p:sp>
        <p:nvSpPr>
          <p:cNvPr id="4" name="Text 2"/>
          <p:cNvSpPr/>
          <p:nvPr/>
        </p:nvSpPr>
        <p:spPr>
          <a:xfrm>
            <a:off x="1143000" y="6077903"/>
            <a:ext cx="784860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Now it has to survive 16 pixels.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0" y="3032760"/>
            <a:ext cx="784860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pair behind you. Four people, one object. It must work at </a:t>
            </a: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px wide </a:t>
            </a:r>
            <a:r>
              <a:rPr lang="en-US" sz="27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favicon on your repo, the avatar next to your name.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0" y="4742576"/>
            <a:ext cx="784860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16 px you get one shape and one idea. Detail disappears. Decide what survives: </a:t>
            </a:r>
            <a:r>
              <a:rPr lang="en-US" sz="2100" dirty="0">
                <a:solidFill>
                  <a:srgbClr val="64C2C3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“ours is a ___, and at 16px you can still tell, because ___.”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0" y="6463879"/>
            <a:ext cx="78486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one line of anti-brief: the one thing it must </a:t>
            </a:r>
            <a:r>
              <a:rPr lang="en-US" sz="2700" b="1" dirty="0">
                <a:solidFill>
                  <a:srgbClr val="FFFFFF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</a:t>
            </a: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like.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2888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THE MARK · CAPTURE · 2 MIN · SHORT ANSWER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90888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548"/>
              </a:lnSpc>
              <a:buNone/>
            </a:pPr>
            <a:r>
              <a:rPr lang="en-US" sz="8250" b="1" kern="0" spc="-371" dirty="0">
                <a:solidFill>
                  <a:srgbClr val="000B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Scribes only. One line per four.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1143000" y="4691063"/>
            <a:ext cx="15217140" cy="132207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607820" y="5079683"/>
            <a:ext cx="14744014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45"/>
              </a:lnSpc>
              <a:buNone/>
            </a:pPr>
            <a:r>
              <a:rPr lang="en-US" sz="33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— what survives at 16px — never: ___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6470332"/>
            <a:ext cx="953053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“A grid with one tile falling out — the gap where the tile was — never: a gear.” One submission per group of four. About 28 lines, not 112.</a:t>
            </a:r>
            <a:endParaRPr lang="en-US" sz="2700" dirty="0"/>
          </a:p>
        </p:txBody>
      </p:sp>
      <p:pic>
        <p:nvPicPr>
          <p:cNvPr id="7" name="btnInknoeActivityCp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03952" y="9197985"/>
            <a:ext cx="2222048" cy="58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6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3652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THE MARK · WHAT JUST HAPPENED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98520"/>
            <a:ext cx="17602200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959"/>
              </a:lnSpc>
              <a:buNone/>
            </a:pPr>
            <a:r>
              <a:rPr lang="en-US" sz="9750" b="1" kern="0" spc="-439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That was a design brief.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143000" y="4945380"/>
            <a:ext cx="8664119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minutes, no software. The room now agrees on an object, what survives at 16 pixels, and one thing it must never be. Everything after this — drawing, variations, file formats — is craft.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7322820"/>
            <a:ext cx="9812834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can draw it. It cannot decide it.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639318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SD5913 · WEEK 01 · TUTORIAL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7002780"/>
            <a:ext cx="17602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687"/>
              </a:lnSpc>
              <a:buNone/>
            </a:pPr>
            <a:r>
              <a:rPr lang="en-US" sz="11250" b="1" kern="0" spc="-506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Tutorial</a:t>
            </a:r>
            <a:endParaRPr lang="en-US" sz="11250" dirty="0"/>
          </a:p>
        </p:txBody>
      </p:sp>
      <p:sp>
        <p:nvSpPr>
          <p:cNvPr id="5" name="Text 2"/>
          <p:cNvSpPr/>
          <p:nvPr/>
        </p:nvSpPr>
        <p:spPr>
          <a:xfrm>
            <a:off x="1143000" y="8564880"/>
            <a:ext cx="736444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up. Register. Run week01. Make your own repo.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9946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TUTORIAL · GITHUB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09060"/>
            <a:ext cx="784860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Your GitHub account is your portfolio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516880"/>
            <a:ext cx="5631616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commit in this course shows up on your profile. Put it on your CV.</a:t>
            </a:r>
            <a:endParaRPr lang="en-US" sz="27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1143000" y="6781800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github.com/venetanji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848100"/>
            <a:ext cx="7620000" cy="27432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9982200" y="4305300"/>
            <a:ext cx="6934200" cy="1866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BBBC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github.com/education/students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F6AD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2250" dirty="0">
                <a:solidFill>
                  <a:srgbClr val="F6AD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you.has_account:</a:t>
            </a:r>
            <a:endParaRPr lang="en-US" sz="2250" dirty="0"/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register(</a:t>
            </a:r>
            <a:r>
              <a:rPr lang="en-US" sz="2250" dirty="0">
                <a:solidFill>
                  <a:srgbClr val="6FB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"student email"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F6AD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2250" dirty="0"/>
          </a:p>
          <a:p>
            <a:pPr marL="0" indent="0" algn="l">
              <a:lnSpc>
                <a:spcPct val="122449"/>
              </a:lnSpc>
              <a:buNone/>
            </a:pP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2250" dirty="0" err="1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you.account.add_email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2250" dirty="0">
                <a:solidFill>
                  <a:srgbClr val="6FB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"student email"</a:t>
            </a:r>
            <a:r>
              <a:rPr lang="en-US" sz="2250" dirty="0">
                <a:solidFill>
                  <a:srgbClr val="D3E7E8"/>
                </a:solidFill>
                <a:highlight>
                  <a:srgbClr val="000B1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[TASK] · DO IT NOW · ONE MINUTE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76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Sign up, then register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937510"/>
            <a:ext cx="7886700" cy="532638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615440" y="3409950"/>
            <a:ext cx="763600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GITHUB.COM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15440" y="3996690"/>
            <a:ext cx="76360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Sign up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615440" y="4644389"/>
            <a:ext cx="7150074" cy="1472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4545"/>
              </a:lnSpc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</a:t>
            </a:r>
            <a:r>
              <a:rPr lang="en-US" sz="2700" dirty="0">
                <a:solidFill>
                  <a:srgbClr val="2A323D"/>
                </a:solidFill>
                <a:latin typeface="JetBrains Mono" panose="02000009000000000000" pitchFamily="49" charset="0"/>
                <a:ea typeface="Inter" pitchFamily="34" charset="-122"/>
                <a:cs typeface="JetBrains Mono" panose="02000009000000000000" pitchFamily="49" charset="0"/>
                <a:hlinkClick r:id="rId3"/>
              </a:rPr>
              <a:t>GITHUB.COM</a:t>
            </a:r>
            <a:r>
              <a:rPr lang="en-US" sz="2700" dirty="0">
                <a:solidFill>
                  <a:srgbClr val="2A323D"/>
                </a:solidFill>
                <a:latin typeface="JetBrains Mono" panose="02000009000000000000" pitchFamily="49" charset="0"/>
                <a:ea typeface="Inter" pitchFamily="34" charset="-122"/>
                <a:cs typeface="JetBrains Mono" panose="02000009000000000000" pitchFamily="49" charset="0"/>
              </a:rPr>
              <a:t> </a:t>
            </a:r>
          </a:p>
          <a:p>
            <a:pPr>
              <a:lnSpc>
                <a:spcPct val="114545"/>
              </a:lnSpc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your student email. Turn on two-factor authentication — you will need it.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251442" y="2937510"/>
            <a:ext cx="7886700" cy="532638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9715500" y="3394710"/>
            <a:ext cx="766953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PFAD.AIT4X.ORG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715500" y="3981450"/>
            <a:ext cx="76695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300" b="1" kern="0" spc="-66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Match your work</a:t>
            </a:r>
            <a:r>
              <a:rPr lang="en-US" sz="3300" b="1" kern="0" spc="-66" dirty="0">
                <a:solidFill>
                  <a:srgbClr val="ED6D2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.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715500" y="4629150"/>
            <a:ext cx="7181469" cy="1813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4545"/>
              </a:lnSpc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</a:t>
            </a: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/>
              </a:rPr>
              <a:t>PFAD.AIT4X.ORG</a:t>
            </a: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JetBrains Mono" pitchFamily="34" charset="-120"/>
                <a:hlinkClick r:id="rId4"/>
              </a:rPr>
              <a:t> </a:t>
            </a: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JetBrains Mono" pitchFamily="34" charset="-120"/>
              </a:rPr>
              <a:t> and sign in </a:t>
            </a: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GitHub. Enter the last 4 digits and the letter of your PolyU student ID.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715500" y="7090410"/>
            <a:ext cx="7181469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4C2C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profile only · no password · no access to your repos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[TASK] · RUN WEEK01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95400"/>
            <a:ext cx="176022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VS Code + Copilot in agent mode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327910"/>
            <a:ext cx="4964430" cy="562356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531620" y="2716530"/>
            <a:ext cx="460590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 · GIT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31620" y="3265170"/>
            <a:ext cx="4312806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4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VS Code, sign in with GitHub, open Copilot chat. Choose </a:t>
            </a:r>
            <a:r>
              <a:rPr lang="en-US" sz="24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r>
              <a:rPr lang="en-US" sz="24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Then ask: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31620" y="4690110"/>
            <a:ext cx="4187190" cy="112395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1760220" y="4880610"/>
            <a:ext cx="38556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 you help me install git via winget?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31620" y="6846570"/>
            <a:ext cx="4312806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42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!! RESTART VS CODE AFTER INSTALL !!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97930" y="2327910"/>
            <a:ext cx="5692140" cy="5623560"/>
          </a:xfrm>
          <a:prstGeom prst="rect">
            <a:avLst/>
          </a:prstGeom>
          <a:solidFill>
            <a:srgbClr val="F4F4F2"/>
          </a:solidFill>
          <a:ln w="7620">
            <a:solidFill>
              <a:srgbClr val="E1E1D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6686550" y="2716530"/>
            <a:ext cx="540639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 · CLONE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686550" y="3265170"/>
            <a:ext cx="4914900" cy="1495425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6915150" y="3455670"/>
            <a:ext cx="460514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 you help me clone this repo locally: https://github.com/sd5913/pfad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686550" y="4951095"/>
            <a:ext cx="4914900" cy="112395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6915150" y="5141595"/>
            <a:ext cx="460514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Help me launch VS Code with this new folder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86550" y="7189470"/>
            <a:ext cx="540639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from the terminal: </a:t>
            </a: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pfad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180570" y="2331250"/>
            <a:ext cx="4964430" cy="5623559"/>
          </a:xfrm>
          <a:prstGeom prst="rect">
            <a:avLst/>
          </a:prstGeom>
          <a:solidFill>
            <a:srgbClr val="F4F4F2">
              <a:alpha val="99000"/>
            </a:srgbClr>
          </a:solidFill>
          <a:ln w="7620">
            <a:solidFill>
              <a:srgbClr val="E1E1DE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12569190" y="2719870"/>
            <a:ext cx="460590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 · RUN AND COMMIT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569190" y="3268510"/>
            <a:ext cx="4312806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4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r>
              <a:rPr lang="en-US" sz="2400" dirty="0">
                <a:solidFill>
                  <a:srgbClr val="2A323D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week01/README.md </a:t>
            </a:r>
            <a:r>
              <a:rPr lang="en-US" sz="2400" dirty="0">
                <a:solidFill>
                  <a:srgbClr val="2A32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Run the sketch. Commit from the Source Control panel.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569190" y="4693450"/>
            <a:ext cx="4202430" cy="2872739"/>
          </a:xfrm>
          <a:prstGeom prst="rect">
            <a:avLst/>
          </a:prstGeom>
          <a:ln w="7620">
            <a:solidFill>
              <a:srgbClr val="E1E1DE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alphaModFix amt="99000"/>
          </a:blip>
          <a:srcRect b="32741"/>
          <a:stretch/>
        </p:blipFill>
        <p:spPr>
          <a:xfrm>
            <a:off x="12569190" y="4693450"/>
            <a:ext cx="4202430" cy="28727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43000" y="8275044"/>
            <a:ext cx="176022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C6470">
                    <a:alpha val="9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best with Claude as the model. Git may need installing on the V915 computers first: </a:t>
            </a:r>
            <a:r>
              <a:rPr lang="en-US" sz="2100" u="sng" dirty="0">
                <a:solidFill>
                  <a:srgbClr val="00544C">
                    <a:alpha val="93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git-scm.com/downloads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25215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 · NO INSTALL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234815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VS Code in Codespaces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191125"/>
            <a:ext cx="5631616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 VS Code in your browser, running on GitHub's computer.</a:t>
            </a:r>
            <a:endParaRPr lang="en-US" sz="27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1143000" y="6456045"/>
            <a:ext cx="83820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0054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github.com/codespaces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39471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9525000" y="363093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6FB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51720" y="3630930"/>
            <a:ext cx="3297924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codespace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0" y="430530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9525000" y="454152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6FB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951720" y="4541520"/>
            <a:ext cx="4880157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it the repo </a:t>
            </a: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sd5913/pfad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0" y="521589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9525000" y="545211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6FB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51720" y="5452110"/>
            <a:ext cx="326361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as in VS Code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5000" y="703707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Shape 14"/>
          <p:cNvSpPr/>
          <p:nvPr/>
        </p:nvSpPr>
        <p:spPr>
          <a:xfrm>
            <a:off x="9525000" y="6126480"/>
            <a:ext cx="7620000" cy="9525"/>
          </a:xfrm>
          <a:prstGeom prst="rect">
            <a:avLst/>
          </a:prstGeom>
          <a:solidFill>
            <a:srgbClr val="E1E1DE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9525000" y="6362700"/>
            <a:ext cx="23622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9"/>
              </a:lnSpc>
              <a:buNone/>
            </a:pPr>
            <a:r>
              <a:rPr lang="en-US" sz="2100" dirty="0">
                <a:solidFill>
                  <a:srgbClr val="E42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51720" y="6362700"/>
            <a:ext cx="6698659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the codespace </a:t>
            </a:r>
            <a:r>
              <a:rPr lang="en-US" sz="2700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are done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40355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D6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[TASK] · YOUR REPO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449955"/>
            <a:ext cx="8382000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400" b="1" kern="0" spc="-189" dirty="0">
                <a:solidFill>
                  <a:srgbClr val="000B1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Make your own repo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406265"/>
            <a:ext cx="5631616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cannot commit to a public repo unless you are a collaborator. To commit code, create </a:t>
            </a:r>
            <a:r>
              <a:rPr lang="en-US" sz="2700" b="1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new repo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6631305"/>
            <a:ext cx="5631616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on </a:t>
            </a:r>
            <a:r>
              <a:rPr lang="en-US" sz="2700" dirty="0">
                <a:solidFill>
                  <a:srgbClr val="2A32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 </a:t>
            </a:r>
            <a:r>
              <a:rPr lang="en-US" sz="2700" dirty="0">
                <a:solidFill>
                  <a:srgbClr val="2A32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Copilot cannot do this for you.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743200"/>
            <a:ext cx="7620000" cy="1417320"/>
          </a:xfrm>
          <a:prstGeom prst="rect">
            <a:avLst/>
          </a:prstGeom>
          <a:ln w="15240">
            <a:solidFill>
              <a:srgbClr val="000B1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9496044" y="3025140"/>
            <a:ext cx="767791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96044" y="3459480"/>
            <a:ext cx="76779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repository → public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3325475" y="4160520"/>
            <a:ext cx="19050" cy="3810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Shape 8"/>
          <p:cNvSpPr/>
          <p:nvPr/>
        </p:nvSpPr>
        <p:spPr>
          <a:xfrm>
            <a:off x="9525000" y="4541520"/>
            <a:ext cx="7620000" cy="1386840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9479280" y="4808220"/>
            <a:ext cx="77114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Code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479280" y="5242560"/>
            <a:ext cx="7711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the week01 sketch in, run it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3325475" y="5928360"/>
            <a:ext cx="19050" cy="381000"/>
          </a:xfrm>
          <a:prstGeom prst="rect">
            <a:avLst/>
          </a:prstGeom>
          <a:solidFill>
            <a:srgbClr val="000B1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9525000" y="6309360"/>
            <a:ext cx="7620000" cy="1386840"/>
          </a:xfrm>
          <a:prstGeom prst="rect">
            <a:avLst/>
          </a:prstGeom>
          <a:solidFill>
            <a:srgbClr val="6FBA2C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9479280" y="6576060"/>
            <a:ext cx="77114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B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Control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479280" y="7010400"/>
            <a:ext cx="7711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B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commits, pushed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735580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SD5913 · WEEK 01 · 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45180"/>
            <a:ext cx="7848600" cy="2217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2959"/>
              </a:lnSpc>
              <a:buNone/>
            </a:pPr>
            <a:r>
              <a:rPr lang="en-US" sz="9750" b="1" kern="0" spc="-439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See you next week</a:t>
            </a:r>
            <a:r>
              <a:rPr lang="en-US" sz="9750" b="1" kern="0" spc="-439" dirty="0">
                <a:solidFill>
                  <a:srgbClr val="ED6D2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.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143000" y="5829300"/>
            <a:ext cx="5631616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7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 more challenges? Code Schotter, with your own number.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7147560"/>
            <a:ext cx="1079421" cy="541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132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t4</a:t>
            </a:r>
            <a:r>
              <a:rPr lang="en-US" sz="3300" b="1" kern="0" spc="-132" dirty="0">
                <a:solidFill>
                  <a:srgbClr val="ED6D2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x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451021" y="7094220"/>
            <a:ext cx="65013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PFAD.AIT4X.ORG · GITHUB.COM/SD5913/PFAD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0" y="1409700"/>
            <a:ext cx="7620000" cy="76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ShortAnswers&quot;,&quot;ActivityType&quot;:1,&quot;Width&quot;:0.0,&quot;Height&quot;:0.0,&quot;Graphics&quot;:null,&quot;ActivityBase&quot;:{&quot;$type&quot;:&quot;ClassPoint2.Core.DTO.Activities.ShortAnswerActivity, ClassPoint2.Core&quot;,&quot;isMultipleSubmissionsAllowed&quot;:false,&quot;isNamesHidden&quot;:false,&quot;gradingInstructions&quot;:null,&quot;activityId&quot;:&quot;sa20260903014235203QOLO&quot;,&quot;activityType&quot;:&quot;Short Answer&quot;,&quot;countdown&quot;:0,&quot;StartWithSlide&quot;:false,&quot;CanMinimize&quot;:false,&quot;CanCountDown&quot;:false},&quot;IsMappedFromCp1&quot;:false,&quot;IsQuizMode&quot;:false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]},&quot;mcIsAllowSelectMultiple&quot;:false,&quot;mcCorrectAnswers&quot;:{&quot;$type&quot;:&quot;System.Collections.Generic.List`1[[System.String, mscorlib]], mscorlib&quot;,&quot;$values&quot;:[]},&quot;isQuizMode&quot;:false,&quot;correctPoints&quot;:0,&quot;correctSpeedBonus&quot;:null,&quot;HasCorrectAnswers&quot;:false,&quot;activityId&quot;:&quot;mc20260903015443161FOUA&quot;,&quot;activityType&quot;:&quot;Multiple Choice&quot;,&quot;countdown&quot;:0,&quot;StartWithSlide&quot;:false,&quot;CanMinimize&quot;:false,&quot;CanCountDown&quot;:false},&quot;IsMappedFromCp1&quot;:false,&quot;IsQuizMode&quot;:false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]},&quot;mcIsAllowSelectMultiple&quot;:false,&quot;mcCorrectAnswers&quot;:{&quot;$type&quot;:&quot;System.Collections.Generic.List`1[[System.String, mscorlib]], mscorlib&quot;,&quot;$values&quot;:[]},&quot;isQuizMode&quot;:false,&quot;correctPoints&quot;:0,&quot;correctSpeedBonus&quot;:null,&quot;HasCorrectAnswers&quot;:false,&quot;activityId&quot;:&quot;mc20260903015744187IYBB&quot;,&quot;activityType&quot;:&quot;Multiple Choice&quot;,&quot;countdown&quot;:0,&quot;StartWithSlide&quot;:false,&quot;CanMinimize&quot;:false,&quot;CanCountDown&quot;:false},&quot;IsMappedFromCp1&quot;:false,&quot;IsQuizMode&quot;:fals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WordCloud&quot;,&quot;ActivityType&quot;:2,&quot;Width&quot;:0.0,&quot;Height&quot;:0.0,&quot;Graphics&quot;:null,&quot;ActivityBase&quot;:{&quot;$type&quot;:&quot;ClassPoint2.Core.DTO.Activities.WordCloudActivity, ClassPoint2.Core&quot;,&quot;numOfSubmissionsAllowed&quot;:3,&quot;activityId&quot;:&quot;wc20260903021235360VBUG&quot;,&quot;activityType&quot;:&quot;Word Cloud&quot;,&quot;countdown&quot;:0,&quot;StartWithSlide&quot;:false,&quot;CanMinimize&quot;:false,&quot;CanCountDown&quot;:false},&quot;IsMappedFromCp1&quot;:false,&quot;IsQuizMode&quot;:false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,&quot;Height&quot;: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]},&quot;mcIsAllowSelectMultiple&quot;:false,&quot;mcCorrectAnswers&quot;:{&quot;$type&quot;:&quot;System.Collections.Generic.List`1[[System.String, mscorlib]], mscorlib&quot;,&quot;$values&quot;:[]},&quot;isQuizMode&quot;:false,&quot;correctPoints&quot;:0,&quot;correctSpeedBonus&quot;:null,&quot;HasCorrectAnswers&quot;:false,&quot;activityId&quot;:null,&quot;activityType&quot;:&quot;Multiple Choice&quot;,&quot;countdown&quot;:0,&quot;StartWithSlide&quot;:false,&quot;CanMinimize&quot;:false,&quot;CanCountDown&quot;:false},&quot;IsLocked&quot;:false,&quot;IsMappedFromCp1&quot;:false,&quot;IsQuizMode&quot;:false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]},&quot;mcIsAllowSelectMultiple&quot;:false,&quot;mcCorrectAnswers&quot;:{&quot;$type&quot;:&quot;System.Collections.Generic.List`1[[System.String, mscorlib]], mscorlib&quot;,&quot;$values&quot;:[]},&quot;isQuizMode&quot;:false,&quot;correctPoints&quot;:0,&quot;correctSpeedBonus&quot;:null,&quot;HasCorrectAnswers&quot;:false,&quot;activityId&quot;:&quot;mc20260903031834757OSCZ&quot;,&quot;activityType&quot;:&quot;Multiple Choice&quot;,&quot;countdown&quot;:0,&quot;StartWithSlide&quot;:false,&quot;CanMinimize&quot;:false,&quot;CanCountDown&quot;:false},&quot;IsMappedFromCp1&quot;:false,&quot;IsQuizMode&quot;:false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ShortAnswers&quot;,&quot;ActivityType&quot;:1,&quot;Width&quot;:0,&quot;Height&quot;:0,&quot;Graphics&quot;:null,&quot;ActivityBase&quot;:{&quot;$type&quot;:&quot;ClassPoint2.Core.DTO.Activities.ShortAnswerActivity, ClassPoint2.Core&quot;,&quot;isMultipleSubmissionsAllowed&quot;:false,&quot;isNamesHidden&quot;:false,&quot;gradingInstructions&quot;:null,&quot;activityId&quot;:null,&quot;activityType&quot;:&quot;Short Answer&quot;,&quot;countdown&quot;:0,&quot;StartWithSlide&quot;:false,&quot;CanMinimize&quot;:false,&quot;CanCountDown&quot;:false},&quot;IsLocked&quot;:false,&quot;IsMappedFromCp1&quot;:false,&quot;IsQuizMode&quot;:false}"/>
</p:tagLst>
</file>

<file path=ppt/theme/theme1.xml><?xml version="1.0" encoding="utf-8"?>
<a:theme xmlns:a="http://schemas.openxmlformats.org/drawingml/2006/main" name="ait4x">
  <a:themeElements>
    <a:clrScheme name="ait4x">
      <a:dk1>
        <a:srgbClr val="000B1C"/>
      </a:dk1>
      <a:lt1>
        <a:srgbClr val="FFFFFF"/>
      </a:lt1>
      <a:dk2>
        <a:srgbClr val="2A323D"/>
      </a:dk2>
      <a:lt2>
        <a:srgbClr val="F4F4F2"/>
      </a:lt2>
      <a:accent1>
        <a:srgbClr val="64C2C3"/>
      </a:accent1>
      <a:accent2>
        <a:srgbClr val="ED6D24"/>
      </a:accent2>
      <a:accent3>
        <a:srgbClr val="943890"/>
      </a:accent3>
      <a:accent4>
        <a:srgbClr val="146AB5"/>
      </a:accent4>
      <a:accent5>
        <a:srgbClr val="F6AD00"/>
      </a:accent5>
      <a:accent6>
        <a:srgbClr val="6FBA2C"/>
      </a:accent6>
      <a:hlink>
        <a:srgbClr val="00544C"/>
      </a:hlink>
      <a:folHlink>
        <a:srgbClr val="5C6470"/>
      </a:folHlink>
    </a:clrScheme>
    <a:fontScheme name="ait4x">
      <a:majorFont>
        <a:latin typeface="Inter Black"/>
        <a:ea typeface=""/>
        <a:cs typeface=""/>
      </a:majorFont>
      <a:minorFont>
        <a:latin typeface="Inter"/>
        <a:ea typeface=""/>
        <a:cs typeface=""/>
      </a:minorFont>
    </a:fontScheme>
    <a:fmtScheme name="ait4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4602</Words>
  <Application>Microsoft Office PowerPoint</Application>
  <PresentationFormat>Custom</PresentationFormat>
  <Paragraphs>673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Inter</vt:lpstr>
      <vt:lpstr>Inter Black</vt:lpstr>
      <vt:lpstr>Inter ExtraBold</vt:lpstr>
      <vt:lpstr>Inter Light</vt:lpstr>
      <vt:lpstr>JetBrains Mono</vt:lpstr>
      <vt:lpstr>ait4x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Giovanni Lion</cp:lastModifiedBy>
  <cp:revision>1</cp:revision>
  <dcterms:created xsi:type="dcterms:W3CDTF">2026-09-02T18:32:35Z</dcterms:created>
  <dcterms:modified xsi:type="dcterms:W3CDTF">2026-09-03T03:25:07Z</dcterms:modified>
</cp:coreProperties>
</file>